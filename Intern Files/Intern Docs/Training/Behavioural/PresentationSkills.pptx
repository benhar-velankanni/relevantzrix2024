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_rels/slideMaster1.xml.rels" ContentType="application/vnd.openxmlformats-package.relationships+xml"/>
  <Override PartName="/ppt/slideMasters/_rels/slideMaster2.xml.rels" ContentType="application/vnd.openxmlformats-package.relationships+xml"/>
  <Override PartName="/ppt/slideMasters/_rels/slideMaster3.xml.rels" ContentType="application/vnd.openxmlformats-package.relationships+xml"/>
  <Override PartName="/ppt/slideMasters/_rels/slideMaster4.xml.rels" ContentType="application/vnd.openxmlformats-package.relationships+xml"/>
  <Override PartName="/ppt/slideMasters/_rels/slideMaster5.xml.rels" ContentType="application/vnd.openxmlformats-package.relationships+xml"/>
  <Override PartName="/ppt/slideMasters/_rels/slideMaster6.xml.rels" ContentType="application/vnd.openxmlformats-package.relationships+xml"/>
  <Override PartName="/ppt/slideMasters/_rels/slideMaster7.xml.rels" ContentType="application/vnd.openxmlformats-package.relationships+xml"/>
  <Override PartName="/ppt/slideMasters/_rels/slideMaster8.xml.rels" ContentType="application/vnd.openxmlformats-package.relationships+xml"/>
  <Override PartName="/ppt/slideMasters/_rels/slideMaster9.xml.rels" ContentType="application/vnd.openxmlformats-package.relationships+xml"/>
  <Override PartName="/ppt/slideMasters/_rels/slideMaster10.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6.png" ContentType="image/png"/>
  <Override PartName="/ppt/media/image7.png" ContentType="image/png"/>
  <Override PartName="/ppt/media/image8.png" ContentType="image/png"/>
  <Override PartName="/ppt/media/image9.png" ContentType="image/png"/>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7.xml.rels" ContentType="application/vnd.openxmlformats-package.relationships+xml"/>
  <Override PartName="/ppt/_rels/presentation.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3" r:id="rId5"/>
    <p:sldMasterId id="2147483654" r:id="rId6"/>
    <p:sldMasterId id="2147483655" r:id="rId7"/>
    <p:sldMasterId id="2147483657" r:id="rId8"/>
    <p:sldMasterId id="2147483659" r:id="rId9"/>
    <p:sldMasterId id="2147483661" r:id="rId10"/>
    <p:sldMasterId id="2147483663" r:id="rId11"/>
  </p:sldMasterIdLst>
  <p:sldIdLst>
    <p:sldId id="256" r:id="rId12"/>
    <p:sldId id="257" r:id="rId13"/>
    <p:sldId id="258" r:id="rId14"/>
    <p:sldId id="259" r:id="rId15"/>
    <p:sldId id="260" r:id="rId16"/>
    <p:sldId id="261" r:id="rId17"/>
    <p:sldId id="262" r:id="rId18"/>
    <p:sldId id="263" r:id="rId19"/>
    <p:sldId id="264" r:id="rId20"/>
    <p:sldId id="265" r:id="rId21"/>
    <p:sldId id="266" r:id="rId22"/>
    <p:sldId id="267" r:id="rId23"/>
    <p:sldId id="268" r:id="rId24"/>
    <p:sldId id="269" r:id="rId25"/>
    <p:sldId id="270" r:id="rId26"/>
  </p:sldIdLst>
  <p:sldSz cx="9144000" cy="5145088"/>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 Target="slides/slide1.xml"/><Relationship Id="rId13" Type="http://schemas.openxmlformats.org/officeDocument/2006/relationships/slide" Target="slides/slide2.xml"/><Relationship Id="rId14" Type="http://schemas.openxmlformats.org/officeDocument/2006/relationships/slide" Target="slides/slide3.xml"/><Relationship Id="rId15" Type="http://schemas.openxmlformats.org/officeDocument/2006/relationships/slide" Target="slides/slide4.xml"/><Relationship Id="rId16" Type="http://schemas.openxmlformats.org/officeDocument/2006/relationships/slide" Target="slides/slide5.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 Id="rId24" Type="http://schemas.openxmlformats.org/officeDocument/2006/relationships/slide" Target="slides/slide13.xml"/><Relationship Id="rId25" Type="http://schemas.openxmlformats.org/officeDocument/2006/relationships/slide" Target="slides/slide14.xml"/><Relationship Id="rId26" Type="http://schemas.openxmlformats.org/officeDocument/2006/relationships/slide" Target="slides/slide15.xml"/><Relationship Id="rId27"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0.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endParaRPr b="0" lang="en-GB" sz="4400" spc="-1" strike="noStrike">
              <a:solidFill>
                <a:srgbClr val="000000"/>
              </a:solidFill>
              <a:latin typeface="Arial"/>
            </a:endParaRPr>
          </a:p>
        </p:txBody>
      </p:sp>
      <p:sp>
        <p:nvSpPr>
          <p:cNvPr id="6" name="PlaceHolder 2"/>
          <p:cNvSpPr>
            <a:spLocks noGrp="1"/>
          </p:cNvSpPr>
          <p:nvPr>
            <p:ph type="subTitle"/>
          </p:nvPr>
        </p:nvSpPr>
        <p:spPr>
          <a:xfrm>
            <a:off x="457200" y="1203840"/>
            <a:ext cx="8229240" cy="2983680"/>
          </a:xfrm>
          <a:prstGeom prst="rect">
            <a:avLst/>
          </a:prstGeom>
          <a:noFill/>
          <a:ln w="0">
            <a:noFill/>
          </a:ln>
        </p:spPr>
        <p:txBody>
          <a:bodyPr lIns="0" rIns="0" tIns="0" bIns="0" anchor="ctr">
            <a:noAutofit/>
          </a:bodyPr>
          <a:p>
            <a:pPr indent="0" algn="ctr">
              <a:buNone/>
            </a:pPr>
            <a:endParaRPr b="0" lang="en-GB" sz="3200" spc="-1" strike="noStrike">
              <a:solidFill>
                <a:srgbClr val="000000"/>
              </a:solidFill>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ingle column text slide">
    <p:spTree>
      <p:nvGrpSpPr>
        <p:cNvPr id="1" name=""/>
        <p:cNvGrpSpPr/>
        <p:nvPr/>
      </p:nvGrpSpPr>
      <p:grpSpPr>
        <a:xfrm>
          <a:off x="0" y="0"/>
          <a:ext cx="0" cy="0"/>
          <a:chOff x="0" y="0"/>
          <a:chExt cx="0" cy="0"/>
        </a:xfrm>
      </p:grpSpPr>
      <p:sp>
        <p:nvSpPr>
          <p:cNvPr id="2" name="PlaceHolder 1"/>
          <p:cNvSpPr>
            <a:spLocks noGrp="1"/>
          </p:cNvSpPr>
          <p:nvPr>
            <p:ph type="sldNum" idx="1"/>
          </p:nvPr>
        </p:nvSpPr>
        <p:spPr/>
        <p:txBody>
          <a:bodyPr/>
          <a:p>
            <a:fld id="{D31AEA0E-2B73-4BA1-96CF-CFAB96C3593C}" type="slidenum">
              <a:t>&lt;#&gt;</a:t>
            </a:fld>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break">
    <p:spTree>
      <p:nvGrpSpPr>
        <p:cNvPr id="1" name=""/>
        <p:cNvGrpSpPr/>
        <p:nvPr/>
      </p:nvGrpSpPr>
      <p:grpSpPr>
        <a:xfrm>
          <a:off x="0" y="0"/>
          <a:ext cx="0" cy="0"/>
          <a:chOff x="0" y="0"/>
          <a:chExt cx="0" cy="0"/>
        </a:xfrm>
      </p:grpSpPr>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hank you">
    <p:spTree>
      <p:nvGrpSpPr>
        <p:cNvPr id="1" name=""/>
        <p:cNvGrpSpPr/>
        <p:nvPr/>
      </p:nvGrpSpPr>
      <p:grpSpPr>
        <a:xfrm>
          <a:off x="0" y="0"/>
          <a:ext cx="0" cy="0"/>
          <a:chOff x="0" y="0"/>
          <a:chExt cx="0" cy="0"/>
        </a:xfrm>
      </p:grpSpPr>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ingle column text slide_">
    <p:spTree>
      <p:nvGrpSpPr>
        <p:cNvPr id="1" name=""/>
        <p:cNvGrpSpPr/>
        <p:nvPr/>
      </p:nvGrpSpPr>
      <p:grpSpPr>
        <a:xfrm>
          <a:off x="0" y="0"/>
          <a:ext cx="0" cy="0"/>
          <a:chOff x="0" y="0"/>
          <a:chExt cx="0" cy="0"/>
        </a:xfrm>
      </p:grpSpPr>
      <p:sp>
        <p:nvSpPr>
          <p:cNvPr id="2" name="PlaceHolder 1"/>
          <p:cNvSpPr>
            <a:spLocks noGrp="1"/>
          </p:cNvSpPr>
          <p:nvPr>
            <p:ph type="sldNum" idx="5"/>
          </p:nvPr>
        </p:nvSpPr>
        <p:spPr/>
        <p:txBody>
          <a:bodyPr/>
          <a:p>
            <a:fld id="{BD16F70E-41BB-4749-88EF-D560CDB9FBE3}" type="slidenum">
              <a:t>&lt;#&gt;</a:t>
            </a:fld>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wo column text slide_">
    <p:spTree>
      <p:nvGrpSpPr>
        <p:cNvPr id="1" name=""/>
        <p:cNvGrpSpPr/>
        <p:nvPr/>
      </p:nvGrpSpPr>
      <p:grpSpPr>
        <a:xfrm>
          <a:off x="0" y="0"/>
          <a:ext cx="0" cy="0"/>
          <a:chOff x="0" y="0"/>
          <a:chExt cx="0" cy="0"/>
        </a:xfrm>
      </p:grpSpPr>
      <p:sp>
        <p:nvSpPr>
          <p:cNvPr id="2" name="PlaceHolder 1"/>
          <p:cNvSpPr>
            <a:spLocks noGrp="1"/>
          </p:cNvSpPr>
          <p:nvPr>
            <p:ph type="sldNum" idx="6"/>
          </p:nvPr>
        </p:nvSpPr>
        <p:spPr/>
        <p:txBody>
          <a:bodyPr/>
          <a:p>
            <a:fld id="{975F5FF5-3383-4BD6-8078-8A6CEE6CBD6A}" type="slidenum">
              <a:t>&lt;#&gt;</a:t>
            </a:fld>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ext and image slide_">
    <p:spTree>
      <p:nvGrpSpPr>
        <p:cNvPr id="1" name=""/>
        <p:cNvGrpSpPr/>
        <p:nvPr/>
      </p:nvGrpSpPr>
      <p:grpSpPr>
        <a:xfrm>
          <a:off x="0" y="0"/>
          <a:ext cx="0" cy="0"/>
          <a:chOff x="0" y="0"/>
          <a:chExt cx="0" cy="0"/>
        </a:xfrm>
      </p:grpSpPr>
      <p:sp>
        <p:nvSpPr>
          <p:cNvPr id="2" name="PlaceHolder 1"/>
          <p:cNvSpPr>
            <a:spLocks noGrp="1"/>
          </p:cNvSpPr>
          <p:nvPr>
            <p:ph type="sldNum" idx="7"/>
          </p:nvPr>
        </p:nvSpPr>
        <p:spPr/>
        <p:txBody>
          <a:bodyPr/>
          <a:p>
            <a:fld id="{E47A7806-1D33-4B46-BE5A-0B859AF4E160}" type="slidenum">
              <a:t>&lt;#&gt;</a:t>
            </a:fld>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3.png"/><Relationship Id="rId3" Type="http://schemas.openxmlformats.org/officeDocument/2006/relationships/image" Target="../media/image4.png"/>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3.png"/><Relationship Id="rId3" Type="http://schemas.openxmlformats.org/officeDocument/2006/relationships/image" Target="../media/image4.png"/>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3.png"/><Relationship Id="rId3" Type="http://schemas.openxmlformats.org/officeDocument/2006/relationships/image" Target="../media/image4.png"/>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3.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image" Target="../media/image5.png"/><Relationship Id="rId3" Type="http://schemas.openxmlformats.org/officeDocument/2006/relationships/hyperlink" Target="https://www.relevantz.com/" TargetMode="External"/><Relationship Id="rId4" Type="http://schemas.openxmlformats.org/officeDocument/2006/relationships/hyperlink" Target="https://www.linkedin.com/company/relevantz" TargetMode="External"/><Relationship Id="rId5" Type="http://schemas.openxmlformats.org/officeDocument/2006/relationships/image" Target="../media/image1.png"/><Relationship Id="rId6" Type="http://schemas.openxmlformats.org/officeDocument/2006/relationships/slideLayout" Target="../slideLayouts/slideLayout4.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5.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6.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7.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0" name="Google Shape;8;p2" descr=""/>
          <p:cNvPicPr/>
          <p:nvPr/>
        </p:nvPicPr>
        <p:blipFill>
          <a:blip r:embed="rId2"/>
          <a:stretch/>
        </p:blipFill>
        <p:spPr>
          <a:xfrm>
            <a:off x="456840" y="494640"/>
            <a:ext cx="1773720" cy="412920"/>
          </a:xfrm>
          <a:prstGeom prst="rect">
            <a:avLst/>
          </a:prstGeom>
          <a:ln w="0">
            <a:noFill/>
          </a:ln>
        </p:spPr>
      </p:pic>
      <p:sp>
        <p:nvSpPr>
          <p:cNvPr id="1" name="Google Shape;10;p2"/>
          <p:cNvSpPr/>
          <p:nvPr/>
        </p:nvSpPr>
        <p:spPr>
          <a:xfrm>
            <a:off x="4288320" y="4549680"/>
            <a:ext cx="4427280" cy="307080"/>
          </a:xfrm>
          <a:prstGeom prst="rect">
            <a:avLst/>
          </a:prstGeom>
          <a:noFill/>
          <a:ln w="0">
            <a:noFill/>
          </a:ln>
        </p:spPr>
        <p:style>
          <a:lnRef idx="0"/>
          <a:fillRef idx="0"/>
          <a:effectRef idx="0"/>
          <a:fontRef idx="minor"/>
        </p:style>
        <p:txBody>
          <a:bodyPr lIns="0" rIns="0" tIns="0" bIns="0" anchor="t">
            <a:noAutofit/>
          </a:bodyPr>
          <a:p>
            <a:pPr algn="r">
              <a:lnSpc>
                <a:spcPct val="115000"/>
              </a:lnSpc>
              <a:tabLst>
                <a:tab algn="l" pos="0"/>
              </a:tabLst>
            </a:pPr>
            <a:r>
              <a:rPr b="0" lang="en" sz="800" spc="-1" strike="noStrike">
                <a:solidFill>
                  <a:schemeClr val="accent1"/>
                </a:solidFill>
                <a:latin typeface="Calibri"/>
                <a:ea typeface="Proxima Nova"/>
              </a:rPr>
              <a:t>© 2025 Relevantz Technology Services, Inc. All rights reserved.</a:t>
            </a:r>
            <a:endParaRPr b="0" lang="en-GB" sz="800" spc="-1" strike="noStrike">
              <a:solidFill>
                <a:srgbClr val="000000"/>
              </a:solidFill>
              <a:latin typeface="Arial"/>
            </a:endParaRPr>
          </a:p>
        </p:txBody>
      </p:sp>
      <p:pic>
        <p:nvPicPr>
          <p:cNvPr id="2" name="Google Shape;11;p2" descr=""/>
          <p:cNvPicPr/>
          <p:nvPr/>
        </p:nvPicPr>
        <p:blipFill>
          <a:blip r:embed="rId3"/>
          <a:stretch/>
        </p:blipFill>
        <p:spPr>
          <a:xfrm>
            <a:off x="0" y="1440360"/>
            <a:ext cx="3183120" cy="3701880"/>
          </a:xfrm>
          <a:prstGeom prst="rect">
            <a:avLst/>
          </a:prstGeom>
          <a:ln w="0">
            <a:noFill/>
          </a:ln>
        </p:spPr>
      </p:pic>
      <p:sp>
        <p:nvSpPr>
          <p:cNvPr id="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r>
              <a:rPr b="0" lang="en-GB" sz="4400" spc="-1" strike="noStrike">
                <a:solidFill>
                  <a:srgbClr val="000000"/>
                </a:solidFill>
                <a:latin typeface="Arial"/>
              </a:rPr>
              <a:t>Click to edit the title text format</a:t>
            </a:r>
            <a:endParaRPr b="0" lang="en-GB" sz="4400" spc="-1" strike="noStrike">
              <a:solidFill>
                <a:srgbClr val="000000"/>
              </a:solidFill>
              <a:latin typeface="Arial"/>
            </a:endParaRPr>
          </a:p>
        </p:txBody>
      </p:sp>
      <p:sp>
        <p:nvSpPr>
          <p:cNvPr id="4" name="PlaceHolder 2"/>
          <p:cNvSpPr>
            <a:spLocks noGrp="1"/>
          </p:cNvSpPr>
          <p:nvPr>
            <p:ph type="body"/>
          </p:nvPr>
        </p:nvSpPr>
        <p:spPr>
          <a:xfrm>
            <a:off x="457200" y="1203840"/>
            <a:ext cx="8229240" cy="29836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3200" spc="-1" strike="noStrike">
                <a:solidFill>
                  <a:srgbClr val="000000"/>
                </a:solidFill>
                <a:latin typeface="Arial"/>
              </a:rPr>
              <a:t>Click to edit the outline text format</a:t>
            </a:r>
            <a:endParaRPr b="0" lang="en-GB"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GB" sz="2800" spc="-1" strike="noStrike">
                <a:solidFill>
                  <a:srgbClr val="000000"/>
                </a:solidFill>
                <a:latin typeface="Arial"/>
              </a:rPr>
              <a:t>Second Outline Level</a:t>
            </a:r>
            <a:endParaRPr b="0" lang="en-GB"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GB" sz="2400" spc="-1" strike="noStrike">
                <a:solidFill>
                  <a:srgbClr val="000000"/>
                </a:solidFill>
                <a:latin typeface="Arial"/>
              </a:rPr>
              <a:t>Third Outline Level</a:t>
            </a:r>
            <a:endParaRPr b="0" lang="en-GB"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GB" sz="2000" spc="-1" strike="noStrike">
                <a:solidFill>
                  <a:srgbClr val="000000"/>
                </a:solidFill>
                <a:latin typeface="Arial"/>
              </a:rPr>
              <a:t>Fourth Outline Level</a:t>
            </a:r>
            <a:endParaRPr b="0" lang="en-GB"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GB" sz="2000" spc="-1" strike="noStrike">
                <a:solidFill>
                  <a:srgbClr val="000000"/>
                </a:solidFill>
                <a:latin typeface="Arial"/>
              </a:rPr>
              <a:t>Fifth Outline Level</a:t>
            </a:r>
            <a:endParaRPr b="0" lang="en-GB"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GB" sz="2000" spc="-1" strike="noStrike">
                <a:solidFill>
                  <a:srgbClr val="000000"/>
                </a:solidFill>
                <a:latin typeface="Arial"/>
              </a:rPr>
              <a:t>Sixth Outline Level</a:t>
            </a:r>
            <a:endParaRPr b="0" lang="en-GB"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GB" sz="2000" spc="-1" strike="noStrike">
                <a:solidFill>
                  <a:srgbClr val="000000"/>
                </a:solidFill>
                <a:latin typeface="Arial"/>
              </a:rPr>
              <a:t>Seventh Outline Level</a:t>
            </a:r>
            <a:endParaRPr b="0" lang="en-GB"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4"/>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7" name="Google Shape;16;p3" descr=""/>
          <p:cNvPicPr/>
          <p:nvPr/>
        </p:nvPicPr>
        <p:blipFill>
          <a:blip r:embed="rId2"/>
          <a:stretch/>
        </p:blipFill>
        <p:spPr>
          <a:xfrm>
            <a:off x="664560" y="4769640"/>
            <a:ext cx="857880" cy="163440"/>
          </a:xfrm>
          <a:prstGeom prst="rect">
            <a:avLst/>
          </a:prstGeom>
          <a:ln w="0">
            <a:noFill/>
          </a:ln>
        </p:spPr>
      </p:pic>
      <p:pic>
        <p:nvPicPr>
          <p:cNvPr id="8" name="Google Shape;19;p3" descr=""/>
          <p:cNvPicPr/>
          <p:nvPr/>
        </p:nvPicPr>
        <p:blipFill>
          <a:blip r:embed="rId3"/>
          <a:stretch/>
        </p:blipFill>
        <p:spPr>
          <a:xfrm>
            <a:off x="0" y="4689000"/>
            <a:ext cx="613440" cy="456120"/>
          </a:xfrm>
          <a:prstGeom prst="rect">
            <a:avLst/>
          </a:prstGeom>
          <a:ln w="0">
            <a:noFill/>
          </a:ln>
        </p:spPr>
      </p:pic>
      <p:sp>
        <p:nvSpPr>
          <p:cNvPr id="9" name="Google Shape;33;p5"/>
          <p:cNvSpPr/>
          <p:nvPr/>
        </p:nvSpPr>
        <p:spPr>
          <a:xfrm>
            <a:off x="3781080" y="4731480"/>
            <a:ext cx="1602720" cy="23868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0" lang="en-US" sz="800" spc="-1" strike="noStrike">
                <a:solidFill>
                  <a:srgbClr val="999999"/>
                </a:solidFill>
                <a:highlight>
                  <a:srgbClr val="ffffff"/>
                </a:highlight>
                <a:latin typeface="Calibri"/>
                <a:ea typeface="Proxima Nova"/>
              </a:rPr>
              <a:t>For Internal Use Only</a:t>
            </a:r>
            <a:endParaRPr b="0" lang="en-GB" sz="800" spc="-1" strike="noStrike">
              <a:solidFill>
                <a:srgbClr val="000000"/>
              </a:solidFill>
              <a:latin typeface="Arial"/>
            </a:endParaRPr>
          </a:p>
        </p:txBody>
      </p:sp>
      <p:sp>
        <p:nvSpPr>
          <p:cNvPr id="10" name="PlaceHolder 1"/>
          <p:cNvSpPr>
            <a:spLocks noGrp="1"/>
          </p:cNvSpPr>
          <p:nvPr>
            <p:ph type="sldNum" idx="1"/>
          </p:nvPr>
        </p:nvSpPr>
        <p:spPr>
          <a:xfrm>
            <a:off x="8533440" y="4731480"/>
            <a:ext cx="463320" cy="238680"/>
          </a:xfrm>
          <a:prstGeom prst="rect">
            <a:avLst/>
          </a:prstGeom>
          <a:noFill/>
          <a:ln w="0">
            <a:noFill/>
          </a:ln>
        </p:spPr>
        <p:txBody>
          <a:bodyPr lIns="68400" rIns="68400" tIns="34200" bIns="3420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E5103C37-64A3-4684-B2C2-99FC7F2841FD}"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11" name="PlaceHolder 2"/>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r>
              <a:rPr b="0" lang="en-GB" sz="4400" spc="-1" strike="noStrike">
                <a:solidFill>
                  <a:srgbClr val="000000"/>
                </a:solidFill>
                <a:latin typeface="Arial"/>
              </a:rPr>
              <a:t>Click to edit the title text format</a:t>
            </a:r>
            <a:endParaRPr b="0" lang="en-GB" sz="4400" spc="-1" strike="noStrike">
              <a:solidFill>
                <a:srgbClr val="000000"/>
              </a:solidFill>
              <a:latin typeface="Arial"/>
            </a:endParaRPr>
          </a:p>
        </p:txBody>
      </p:sp>
      <p:sp>
        <p:nvSpPr>
          <p:cNvPr id="12" name="PlaceHolder 3"/>
          <p:cNvSpPr>
            <a:spLocks noGrp="1"/>
          </p:cNvSpPr>
          <p:nvPr>
            <p:ph type="body"/>
          </p:nvPr>
        </p:nvSpPr>
        <p:spPr>
          <a:xfrm>
            <a:off x="457200" y="1203840"/>
            <a:ext cx="8229240" cy="29836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3200" spc="-1" strike="noStrike">
                <a:solidFill>
                  <a:srgbClr val="000000"/>
                </a:solidFill>
                <a:latin typeface="Arial"/>
              </a:rPr>
              <a:t>Click to edit the outline text format</a:t>
            </a:r>
            <a:endParaRPr b="0" lang="en-GB"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GB" sz="2800" spc="-1" strike="noStrike">
                <a:solidFill>
                  <a:srgbClr val="000000"/>
                </a:solidFill>
                <a:latin typeface="Arial"/>
              </a:rPr>
              <a:t>Second Outline Level</a:t>
            </a:r>
            <a:endParaRPr b="0" lang="en-GB"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GB" sz="2400" spc="-1" strike="noStrike">
                <a:solidFill>
                  <a:srgbClr val="000000"/>
                </a:solidFill>
                <a:latin typeface="Arial"/>
              </a:rPr>
              <a:t>Third Outline Level</a:t>
            </a:r>
            <a:endParaRPr b="0" lang="en-GB"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GB" sz="2000" spc="-1" strike="noStrike">
                <a:solidFill>
                  <a:srgbClr val="000000"/>
                </a:solidFill>
                <a:latin typeface="Arial"/>
              </a:rPr>
              <a:t>Fourth Outline Level</a:t>
            </a:r>
            <a:endParaRPr b="0" lang="en-GB"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GB" sz="2000" spc="-1" strike="noStrike">
                <a:solidFill>
                  <a:srgbClr val="000000"/>
                </a:solidFill>
                <a:latin typeface="Arial"/>
              </a:rPr>
              <a:t>Fifth Outline Level</a:t>
            </a:r>
            <a:endParaRPr b="0" lang="en-GB"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GB" sz="2000" spc="-1" strike="noStrike">
                <a:solidFill>
                  <a:srgbClr val="000000"/>
                </a:solidFill>
                <a:latin typeface="Arial"/>
              </a:rPr>
              <a:t>Sixth Outline Level</a:t>
            </a:r>
            <a:endParaRPr b="0" lang="en-GB"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GB" sz="2000" spc="-1" strike="noStrike">
                <a:solidFill>
                  <a:srgbClr val="000000"/>
                </a:solidFill>
                <a:latin typeface="Arial"/>
              </a:rPr>
              <a:t>Seventh Outline Level</a:t>
            </a:r>
            <a:endParaRPr b="0" lang="en-GB"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1" r:id="rId4"/>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3" name="Google Shape;25;p4" descr=""/>
          <p:cNvPicPr/>
          <p:nvPr/>
        </p:nvPicPr>
        <p:blipFill>
          <a:blip r:embed="rId2"/>
          <a:stretch/>
        </p:blipFill>
        <p:spPr>
          <a:xfrm>
            <a:off x="664560" y="4769640"/>
            <a:ext cx="857880" cy="163440"/>
          </a:xfrm>
          <a:prstGeom prst="rect">
            <a:avLst/>
          </a:prstGeom>
          <a:ln w="0">
            <a:noFill/>
          </a:ln>
        </p:spPr>
      </p:pic>
      <p:pic>
        <p:nvPicPr>
          <p:cNvPr id="14" name="Google Shape;28;p4" descr=""/>
          <p:cNvPicPr/>
          <p:nvPr/>
        </p:nvPicPr>
        <p:blipFill>
          <a:blip r:embed="rId3"/>
          <a:stretch/>
        </p:blipFill>
        <p:spPr>
          <a:xfrm>
            <a:off x="0" y="4689000"/>
            <a:ext cx="613440" cy="456120"/>
          </a:xfrm>
          <a:prstGeom prst="rect">
            <a:avLst/>
          </a:prstGeom>
          <a:ln w="0">
            <a:noFill/>
          </a:ln>
        </p:spPr>
      </p:pic>
      <p:sp>
        <p:nvSpPr>
          <p:cNvPr id="15" name="Google Shape;33;p5"/>
          <p:cNvSpPr/>
          <p:nvPr/>
        </p:nvSpPr>
        <p:spPr>
          <a:xfrm>
            <a:off x="3781080" y="4731480"/>
            <a:ext cx="1602720" cy="23868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0" lang="en-US" sz="800" spc="-1" strike="noStrike">
                <a:solidFill>
                  <a:srgbClr val="999999"/>
                </a:solidFill>
                <a:highlight>
                  <a:srgbClr val="ffffff"/>
                </a:highlight>
                <a:latin typeface="Calibri"/>
                <a:ea typeface="Proxima Nova"/>
              </a:rPr>
              <a:t>For Internal Use Only</a:t>
            </a:r>
            <a:endParaRPr b="0" lang="en-GB" sz="800" spc="-1" strike="noStrike">
              <a:solidFill>
                <a:srgbClr val="000000"/>
              </a:solidFill>
              <a:latin typeface="Arial"/>
            </a:endParaRPr>
          </a:p>
        </p:txBody>
      </p:sp>
      <p:sp>
        <p:nvSpPr>
          <p:cNvPr id="16" name="Google Shape;29;p5"/>
          <p:cNvSpPr/>
          <p:nvPr/>
        </p:nvSpPr>
        <p:spPr>
          <a:xfrm>
            <a:off x="4670640" y="959040"/>
            <a:ext cx="4022280" cy="277560"/>
          </a:xfrm>
          <a:prstGeom prst="rect">
            <a:avLst/>
          </a:prstGeom>
          <a:noFill/>
          <a:ln w="0">
            <a:noFill/>
          </a:ln>
        </p:spPr>
        <p:style>
          <a:lnRef idx="0"/>
          <a:fillRef idx="0"/>
          <a:effectRef idx="0"/>
          <a:fontRef idx="minor"/>
        </p:style>
        <p:txBody>
          <a:bodyPr lIns="0" rIns="0" tIns="0" bIns="0" anchor="t">
            <a:noAutofit/>
          </a:bodyPr>
          <a:p>
            <a:endParaRPr b="1" lang="en-US" sz="1800" spc="-1" strike="noStrike">
              <a:solidFill>
                <a:srgbClr val="000000"/>
              </a:solidFill>
              <a:latin typeface="Calibri"/>
              <a:ea typeface="Calibri"/>
            </a:endParaRPr>
          </a:p>
        </p:txBody>
      </p:sp>
      <p:sp>
        <p:nvSpPr>
          <p:cNvPr id="17" name="PlaceHolder 1"/>
          <p:cNvSpPr>
            <a:spLocks noGrp="1"/>
          </p:cNvSpPr>
          <p:nvPr>
            <p:ph type="sldNum" idx="2"/>
          </p:nvPr>
        </p:nvSpPr>
        <p:spPr>
          <a:xfrm>
            <a:off x="8533440" y="4731480"/>
            <a:ext cx="463320" cy="238680"/>
          </a:xfrm>
          <a:prstGeom prst="rect">
            <a:avLst/>
          </a:prstGeom>
          <a:noFill/>
          <a:ln w="0">
            <a:noFill/>
          </a:ln>
        </p:spPr>
        <p:txBody>
          <a:bodyPr lIns="68400" rIns="68400" tIns="34200" bIns="3420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D542FB0C-56A7-45E1-B8F6-135177547CFA}"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18" name="PlaceHolder 2"/>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r>
              <a:rPr b="0" lang="en-GB" sz="4400" spc="-1" strike="noStrike">
                <a:solidFill>
                  <a:srgbClr val="000000"/>
                </a:solidFill>
                <a:latin typeface="Arial"/>
              </a:rPr>
              <a:t>Click to edit the title text format</a:t>
            </a:r>
            <a:endParaRPr b="0" lang="en-GB" sz="4400" spc="-1" strike="noStrike">
              <a:solidFill>
                <a:srgbClr val="000000"/>
              </a:solidFill>
              <a:latin typeface="Arial"/>
            </a:endParaRPr>
          </a:p>
        </p:txBody>
      </p:sp>
      <p:sp>
        <p:nvSpPr>
          <p:cNvPr id="19" name="PlaceHolder 3"/>
          <p:cNvSpPr>
            <a:spLocks noGrp="1"/>
          </p:cNvSpPr>
          <p:nvPr>
            <p:ph type="body"/>
          </p:nvPr>
        </p:nvSpPr>
        <p:spPr>
          <a:xfrm>
            <a:off x="457200" y="1203840"/>
            <a:ext cx="8229240" cy="29836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3200" spc="-1" strike="noStrike">
                <a:solidFill>
                  <a:srgbClr val="000000"/>
                </a:solidFill>
                <a:latin typeface="Arial"/>
              </a:rPr>
              <a:t>Click to edit the outline text format</a:t>
            </a:r>
            <a:endParaRPr b="0" lang="en-GB"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GB" sz="2800" spc="-1" strike="noStrike">
                <a:solidFill>
                  <a:srgbClr val="000000"/>
                </a:solidFill>
                <a:latin typeface="Arial"/>
              </a:rPr>
              <a:t>Second Outline Level</a:t>
            </a:r>
            <a:endParaRPr b="0" lang="en-GB"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GB" sz="2400" spc="-1" strike="noStrike">
                <a:solidFill>
                  <a:srgbClr val="000000"/>
                </a:solidFill>
                <a:latin typeface="Arial"/>
              </a:rPr>
              <a:t>Third Outline Level</a:t>
            </a:r>
            <a:endParaRPr b="0" lang="en-GB"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GB" sz="2000" spc="-1" strike="noStrike">
                <a:solidFill>
                  <a:srgbClr val="000000"/>
                </a:solidFill>
                <a:latin typeface="Arial"/>
              </a:rPr>
              <a:t>Fourth Outline Level</a:t>
            </a:r>
            <a:endParaRPr b="0" lang="en-GB"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GB" sz="2000" spc="-1" strike="noStrike">
                <a:solidFill>
                  <a:srgbClr val="000000"/>
                </a:solidFill>
                <a:latin typeface="Arial"/>
              </a:rPr>
              <a:t>Fifth Outline Level</a:t>
            </a:r>
            <a:endParaRPr b="0" lang="en-GB"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GB" sz="2000" spc="-1" strike="noStrike">
                <a:solidFill>
                  <a:srgbClr val="000000"/>
                </a:solidFill>
                <a:latin typeface="Arial"/>
              </a:rPr>
              <a:t>Sixth Outline Level</a:t>
            </a:r>
            <a:endParaRPr b="0" lang="en-GB"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GB" sz="2000" spc="-1" strike="noStrike">
                <a:solidFill>
                  <a:srgbClr val="000000"/>
                </a:solidFill>
                <a:latin typeface="Arial"/>
              </a:rPr>
              <a:t>Seventh Outline Level</a:t>
            </a:r>
            <a:endParaRPr b="0" lang="en-GB"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0" name="Google Shape;35;p5" descr=""/>
          <p:cNvPicPr/>
          <p:nvPr/>
        </p:nvPicPr>
        <p:blipFill>
          <a:blip r:embed="rId2"/>
          <a:stretch/>
        </p:blipFill>
        <p:spPr>
          <a:xfrm>
            <a:off x="664560" y="4769640"/>
            <a:ext cx="857880" cy="163440"/>
          </a:xfrm>
          <a:prstGeom prst="rect">
            <a:avLst/>
          </a:prstGeom>
          <a:ln w="0">
            <a:noFill/>
          </a:ln>
        </p:spPr>
      </p:pic>
      <p:pic>
        <p:nvPicPr>
          <p:cNvPr id="21" name="Google Shape;37;p5" descr=""/>
          <p:cNvPicPr/>
          <p:nvPr/>
        </p:nvPicPr>
        <p:blipFill>
          <a:blip r:embed="rId3"/>
          <a:stretch/>
        </p:blipFill>
        <p:spPr>
          <a:xfrm>
            <a:off x="0" y="4689000"/>
            <a:ext cx="613440" cy="456120"/>
          </a:xfrm>
          <a:prstGeom prst="rect">
            <a:avLst/>
          </a:prstGeom>
          <a:ln w="0">
            <a:noFill/>
          </a:ln>
        </p:spPr>
      </p:pic>
      <p:sp>
        <p:nvSpPr>
          <p:cNvPr id="22" name="Google Shape;33;p5"/>
          <p:cNvSpPr/>
          <p:nvPr/>
        </p:nvSpPr>
        <p:spPr>
          <a:xfrm>
            <a:off x="3337560" y="4731480"/>
            <a:ext cx="1602720" cy="23868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0" lang="en-US" sz="800" spc="-1" strike="noStrike">
                <a:solidFill>
                  <a:srgbClr val="999999"/>
                </a:solidFill>
                <a:highlight>
                  <a:srgbClr val="ffffff"/>
                </a:highlight>
                <a:latin typeface="Calibri"/>
                <a:ea typeface="Proxima Nova"/>
              </a:rPr>
              <a:t>For Internal Use Only</a:t>
            </a:r>
            <a:endParaRPr b="0" lang="en-GB" sz="800" spc="-1" strike="noStrike">
              <a:solidFill>
                <a:srgbClr val="000000"/>
              </a:solidFill>
              <a:latin typeface="Arial"/>
            </a:endParaRPr>
          </a:p>
        </p:txBody>
      </p:sp>
      <p:sp>
        <p:nvSpPr>
          <p:cNvPr id="23" name="PlaceHolder 1"/>
          <p:cNvSpPr>
            <a:spLocks noGrp="1"/>
          </p:cNvSpPr>
          <p:nvPr>
            <p:ph type="sldNum" idx="3"/>
          </p:nvPr>
        </p:nvSpPr>
        <p:spPr>
          <a:xfrm>
            <a:off x="8515800" y="4731480"/>
            <a:ext cx="463320" cy="238680"/>
          </a:xfrm>
          <a:prstGeom prst="rect">
            <a:avLst/>
          </a:prstGeom>
          <a:noFill/>
          <a:ln w="0">
            <a:noFill/>
          </a:ln>
        </p:spPr>
        <p:txBody>
          <a:bodyPr lIns="68400" rIns="68400" tIns="34200" bIns="3420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9719201B-694D-4100-80E9-9D93AE551EA4}"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24" name="PlaceHolder 2"/>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r>
              <a:rPr b="0" lang="en-GB" sz="4400" spc="-1" strike="noStrike">
                <a:solidFill>
                  <a:srgbClr val="000000"/>
                </a:solidFill>
                <a:latin typeface="Arial"/>
              </a:rPr>
              <a:t>Click to edit the title text format</a:t>
            </a:r>
            <a:endParaRPr b="0" lang="en-GB" sz="4400" spc="-1" strike="noStrike">
              <a:solidFill>
                <a:srgbClr val="000000"/>
              </a:solidFill>
              <a:latin typeface="Arial"/>
            </a:endParaRPr>
          </a:p>
        </p:txBody>
      </p:sp>
      <p:sp>
        <p:nvSpPr>
          <p:cNvPr id="25" name="PlaceHolder 3"/>
          <p:cNvSpPr>
            <a:spLocks noGrp="1"/>
          </p:cNvSpPr>
          <p:nvPr>
            <p:ph type="body"/>
          </p:nvPr>
        </p:nvSpPr>
        <p:spPr>
          <a:xfrm>
            <a:off x="457200" y="1203840"/>
            <a:ext cx="8229240" cy="29836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3200" spc="-1" strike="noStrike">
                <a:solidFill>
                  <a:srgbClr val="000000"/>
                </a:solidFill>
                <a:latin typeface="Arial"/>
              </a:rPr>
              <a:t>Click to edit the outline text format</a:t>
            </a:r>
            <a:endParaRPr b="0" lang="en-GB"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GB" sz="2800" spc="-1" strike="noStrike">
                <a:solidFill>
                  <a:srgbClr val="000000"/>
                </a:solidFill>
                <a:latin typeface="Arial"/>
              </a:rPr>
              <a:t>Second Outline Level</a:t>
            </a:r>
            <a:endParaRPr b="0" lang="en-GB"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GB" sz="2400" spc="-1" strike="noStrike">
                <a:solidFill>
                  <a:srgbClr val="000000"/>
                </a:solidFill>
                <a:latin typeface="Arial"/>
              </a:rPr>
              <a:t>Third Outline Level</a:t>
            </a:r>
            <a:endParaRPr b="0" lang="en-GB"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GB" sz="2000" spc="-1" strike="noStrike">
                <a:solidFill>
                  <a:srgbClr val="000000"/>
                </a:solidFill>
                <a:latin typeface="Arial"/>
              </a:rPr>
              <a:t>Fourth Outline Level</a:t>
            </a:r>
            <a:endParaRPr b="0" lang="en-GB"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GB" sz="2000" spc="-1" strike="noStrike">
                <a:solidFill>
                  <a:srgbClr val="000000"/>
                </a:solidFill>
                <a:latin typeface="Arial"/>
              </a:rPr>
              <a:t>Fifth Outline Level</a:t>
            </a:r>
            <a:endParaRPr b="0" lang="en-GB"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GB" sz="2000" spc="-1" strike="noStrike">
                <a:solidFill>
                  <a:srgbClr val="000000"/>
                </a:solidFill>
                <a:latin typeface="Arial"/>
              </a:rPr>
              <a:t>Sixth Outline Level</a:t>
            </a:r>
            <a:endParaRPr b="0" lang="en-GB"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GB" sz="2000" spc="-1" strike="noStrike">
                <a:solidFill>
                  <a:srgbClr val="000000"/>
                </a:solidFill>
                <a:latin typeface="Arial"/>
              </a:rPr>
              <a:t>Seventh Outline Level</a:t>
            </a:r>
            <a:endParaRPr b="0" lang="en-GB"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6" name="Google Shape;41;p6"/>
          <p:cNvSpPr/>
          <p:nvPr/>
        </p:nvSpPr>
        <p:spPr>
          <a:xfrm>
            <a:off x="895680" y="1427400"/>
            <a:ext cx="1436760" cy="1437120"/>
          </a:xfrm>
          <a:prstGeom prst="donut">
            <a:avLst>
              <a:gd name="adj" fmla="val 5329"/>
            </a:avLst>
          </a:prstGeom>
          <a:gradFill rotWithShape="0">
            <a:gsLst>
              <a:gs pos="0">
                <a:srgbClr val="82297b"/>
              </a:gs>
              <a:gs pos="100000">
                <a:srgbClr val="bf2151"/>
              </a:gs>
            </a:gsLst>
            <a:lin ang="0"/>
          </a:gradFill>
          <a:ln w="0">
            <a:noFill/>
          </a:ln>
        </p:spPr>
        <p:style>
          <a:lnRef idx="0"/>
          <a:fillRef idx="0"/>
          <a:effectRef idx="0"/>
          <a:fontRef idx="minor"/>
        </p:style>
        <p:txBody>
          <a:bodyPr lIns="90000" rIns="90000" tIns="91440" bIns="91440" anchor="ctr">
            <a:noAutofit/>
          </a:bodyPr>
          <a:p>
            <a:endParaRPr b="0" lang="en-GB" sz="1400" spc="-1" strike="noStrike">
              <a:solidFill>
                <a:srgbClr val="000000"/>
              </a:solidFill>
              <a:latin typeface="Calibri"/>
              <a:ea typeface="Arial"/>
            </a:endParaRPr>
          </a:p>
        </p:txBody>
      </p:sp>
      <p:sp>
        <p:nvSpPr>
          <p:cNvPr id="27" name="Google Shape;44;p6"/>
          <p:cNvSpPr/>
          <p:nvPr/>
        </p:nvSpPr>
        <p:spPr>
          <a:xfrm>
            <a:off x="3858840" y="1427400"/>
            <a:ext cx="1436760" cy="1437120"/>
          </a:xfrm>
          <a:prstGeom prst="donut">
            <a:avLst>
              <a:gd name="adj" fmla="val 5329"/>
            </a:avLst>
          </a:prstGeom>
          <a:gradFill rotWithShape="0">
            <a:gsLst>
              <a:gs pos="0">
                <a:srgbClr val="82297b"/>
              </a:gs>
              <a:gs pos="100000">
                <a:srgbClr val="bf2151"/>
              </a:gs>
            </a:gsLst>
            <a:lin ang="0"/>
          </a:gradFill>
          <a:ln w="0">
            <a:noFill/>
          </a:ln>
        </p:spPr>
        <p:style>
          <a:lnRef idx="0"/>
          <a:fillRef idx="0"/>
          <a:effectRef idx="0"/>
          <a:fontRef idx="minor"/>
        </p:style>
        <p:txBody>
          <a:bodyPr lIns="90000" rIns="90000" tIns="91440" bIns="91440" anchor="ctr">
            <a:noAutofit/>
          </a:bodyPr>
          <a:p>
            <a:endParaRPr b="0" lang="en-GB" sz="1400" spc="-1" strike="noStrike">
              <a:solidFill>
                <a:srgbClr val="000000"/>
              </a:solidFill>
              <a:latin typeface="Calibri"/>
              <a:ea typeface="Arial"/>
            </a:endParaRPr>
          </a:p>
        </p:txBody>
      </p:sp>
      <p:sp>
        <p:nvSpPr>
          <p:cNvPr id="28" name="Google Shape;47;p6"/>
          <p:cNvSpPr/>
          <p:nvPr/>
        </p:nvSpPr>
        <p:spPr>
          <a:xfrm>
            <a:off x="6793560" y="1427400"/>
            <a:ext cx="1436760" cy="1437120"/>
          </a:xfrm>
          <a:prstGeom prst="donut">
            <a:avLst>
              <a:gd name="adj" fmla="val 5329"/>
            </a:avLst>
          </a:prstGeom>
          <a:gradFill rotWithShape="0">
            <a:gsLst>
              <a:gs pos="0">
                <a:srgbClr val="82297b"/>
              </a:gs>
              <a:gs pos="100000">
                <a:srgbClr val="bf2151"/>
              </a:gs>
            </a:gsLst>
            <a:lin ang="0"/>
          </a:gradFill>
          <a:ln w="0">
            <a:noFill/>
          </a:ln>
        </p:spPr>
        <p:style>
          <a:lnRef idx="0"/>
          <a:fillRef idx="0"/>
          <a:effectRef idx="0"/>
          <a:fontRef idx="minor"/>
        </p:style>
        <p:txBody>
          <a:bodyPr lIns="90000" rIns="90000" tIns="91440" bIns="91440" anchor="ctr">
            <a:noAutofit/>
          </a:bodyPr>
          <a:p>
            <a:endParaRPr b="0" lang="en-GB" sz="1400" spc="-1" strike="noStrike">
              <a:solidFill>
                <a:srgbClr val="000000"/>
              </a:solidFill>
              <a:latin typeface="Calibri"/>
              <a:ea typeface="Arial"/>
            </a:endParaRPr>
          </a:p>
        </p:txBody>
      </p:sp>
      <p:pic>
        <p:nvPicPr>
          <p:cNvPr id="29" name="Google Shape;50;p6" descr=""/>
          <p:cNvPicPr/>
          <p:nvPr/>
        </p:nvPicPr>
        <p:blipFill>
          <a:blip r:embed="rId2"/>
          <a:stretch/>
        </p:blipFill>
        <p:spPr>
          <a:xfrm>
            <a:off x="664560" y="4769640"/>
            <a:ext cx="857880" cy="163440"/>
          </a:xfrm>
          <a:prstGeom prst="rect">
            <a:avLst/>
          </a:prstGeom>
          <a:ln w="0">
            <a:noFill/>
          </a:ln>
        </p:spPr>
      </p:pic>
      <p:pic>
        <p:nvPicPr>
          <p:cNvPr id="30" name="Google Shape;53;p6" descr=""/>
          <p:cNvPicPr/>
          <p:nvPr/>
        </p:nvPicPr>
        <p:blipFill>
          <a:blip r:embed="rId3"/>
          <a:stretch/>
        </p:blipFill>
        <p:spPr>
          <a:xfrm>
            <a:off x="0" y="4689000"/>
            <a:ext cx="613440" cy="456120"/>
          </a:xfrm>
          <a:prstGeom prst="rect">
            <a:avLst/>
          </a:prstGeom>
          <a:ln w="0">
            <a:noFill/>
          </a:ln>
        </p:spPr>
      </p:pic>
      <p:sp>
        <p:nvSpPr>
          <p:cNvPr id="31" name="Google Shape;33;p5"/>
          <p:cNvSpPr/>
          <p:nvPr/>
        </p:nvSpPr>
        <p:spPr>
          <a:xfrm>
            <a:off x="3781080" y="4731480"/>
            <a:ext cx="1602720" cy="23868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0" lang="en-US" sz="800" spc="-1" strike="noStrike">
                <a:solidFill>
                  <a:srgbClr val="999999"/>
                </a:solidFill>
                <a:highlight>
                  <a:srgbClr val="ffffff"/>
                </a:highlight>
                <a:latin typeface="Calibri"/>
                <a:ea typeface="Proxima Nova"/>
              </a:rPr>
              <a:t>For Internal Use Only</a:t>
            </a:r>
            <a:endParaRPr b="0" lang="en-GB" sz="800" spc="-1" strike="noStrike">
              <a:solidFill>
                <a:srgbClr val="000000"/>
              </a:solidFill>
              <a:latin typeface="Arial"/>
            </a:endParaRPr>
          </a:p>
        </p:txBody>
      </p:sp>
      <p:sp>
        <p:nvSpPr>
          <p:cNvPr id="32" name="PlaceHolder 1"/>
          <p:cNvSpPr>
            <a:spLocks noGrp="1"/>
          </p:cNvSpPr>
          <p:nvPr>
            <p:ph type="sldNum" idx="4"/>
          </p:nvPr>
        </p:nvSpPr>
        <p:spPr>
          <a:xfrm>
            <a:off x="8515800" y="4731480"/>
            <a:ext cx="463320" cy="238680"/>
          </a:xfrm>
          <a:prstGeom prst="rect">
            <a:avLst/>
          </a:prstGeom>
          <a:noFill/>
          <a:ln w="0">
            <a:noFill/>
          </a:ln>
        </p:spPr>
        <p:txBody>
          <a:bodyPr lIns="68400" rIns="68400" tIns="34200" bIns="3420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0AED457F-00C4-4194-8EDD-695971CAFF0A}"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33" name="PlaceHolder 2"/>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r>
              <a:rPr b="0" lang="en-GB" sz="4400" spc="-1" strike="noStrike">
                <a:solidFill>
                  <a:srgbClr val="000000"/>
                </a:solidFill>
                <a:latin typeface="Arial"/>
              </a:rPr>
              <a:t>Click to edit the title text format</a:t>
            </a:r>
            <a:endParaRPr b="0" lang="en-GB" sz="4400" spc="-1" strike="noStrike">
              <a:solidFill>
                <a:srgbClr val="000000"/>
              </a:solidFill>
              <a:latin typeface="Arial"/>
            </a:endParaRPr>
          </a:p>
        </p:txBody>
      </p:sp>
      <p:sp>
        <p:nvSpPr>
          <p:cNvPr id="34" name="PlaceHolder 3"/>
          <p:cNvSpPr>
            <a:spLocks noGrp="1"/>
          </p:cNvSpPr>
          <p:nvPr>
            <p:ph type="body"/>
          </p:nvPr>
        </p:nvSpPr>
        <p:spPr>
          <a:xfrm>
            <a:off x="457200" y="1203840"/>
            <a:ext cx="8229240" cy="29836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3200" spc="-1" strike="noStrike">
                <a:solidFill>
                  <a:srgbClr val="000000"/>
                </a:solidFill>
                <a:latin typeface="Arial"/>
              </a:rPr>
              <a:t>Click to edit the outline text format</a:t>
            </a:r>
            <a:endParaRPr b="0" lang="en-GB"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GB" sz="2800" spc="-1" strike="noStrike">
                <a:solidFill>
                  <a:srgbClr val="000000"/>
                </a:solidFill>
                <a:latin typeface="Arial"/>
              </a:rPr>
              <a:t>Second Outline Level</a:t>
            </a:r>
            <a:endParaRPr b="0" lang="en-GB"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GB" sz="2400" spc="-1" strike="noStrike">
                <a:solidFill>
                  <a:srgbClr val="000000"/>
                </a:solidFill>
                <a:latin typeface="Arial"/>
              </a:rPr>
              <a:t>Third Outline Level</a:t>
            </a:r>
            <a:endParaRPr b="0" lang="en-GB"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GB" sz="2000" spc="-1" strike="noStrike">
                <a:solidFill>
                  <a:srgbClr val="000000"/>
                </a:solidFill>
                <a:latin typeface="Arial"/>
              </a:rPr>
              <a:t>Fourth Outline Level</a:t>
            </a:r>
            <a:endParaRPr b="0" lang="en-GB"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GB" sz="2000" spc="-1" strike="noStrike">
                <a:solidFill>
                  <a:srgbClr val="000000"/>
                </a:solidFill>
                <a:latin typeface="Arial"/>
              </a:rPr>
              <a:t>Fifth Outline Level</a:t>
            </a:r>
            <a:endParaRPr b="0" lang="en-GB"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GB" sz="2000" spc="-1" strike="noStrike">
                <a:solidFill>
                  <a:srgbClr val="000000"/>
                </a:solidFill>
                <a:latin typeface="Arial"/>
              </a:rPr>
              <a:t>Sixth Outline Level</a:t>
            </a:r>
            <a:endParaRPr b="0" lang="en-GB"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GB" sz="2000" spc="-1" strike="noStrike">
                <a:solidFill>
                  <a:srgbClr val="000000"/>
                </a:solidFill>
                <a:latin typeface="Arial"/>
              </a:rPr>
              <a:t>Seventh Outline Level</a:t>
            </a:r>
            <a:endParaRPr b="0" lang="en-GB"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5" name="Google Shape;57;p7"/>
          <p:cNvSpPr/>
          <p:nvPr/>
        </p:nvSpPr>
        <p:spPr>
          <a:xfrm flipH="1" rot="10800000">
            <a:off x="456120" y="915120"/>
            <a:ext cx="4768200" cy="26280"/>
          </a:xfrm>
          <a:prstGeom prst="rect">
            <a:avLst/>
          </a:prstGeom>
          <a:gradFill rotWithShape="0">
            <a:gsLst>
              <a:gs pos="0">
                <a:srgbClr val="82297b"/>
              </a:gs>
              <a:gs pos="100000">
                <a:srgbClr val="bf2151"/>
              </a:gs>
            </a:gsLst>
            <a:lin ang="0"/>
          </a:gradFill>
          <a:ln w="0">
            <a:noFill/>
          </a:ln>
        </p:spPr>
        <p:style>
          <a:lnRef idx="0"/>
          <a:fillRef idx="0"/>
          <a:effectRef idx="0"/>
          <a:fontRef idx="minor"/>
        </p:style>
        <p:txBody>
          <a:bodyPr lIns="90000" rIns="90000" tIns="13320" bIns="13320" anchor="ctr">
            <a:noAutofit/>
          </a:bodyPr>
          <a:p>
            <a:endParaRPr b="0" lang="en-GB" sz="1400" spc="-1" strike="noStrike">
              <a:solidFill>
                <a:srgbClr val="000000"/>
              </a:solidFill>
              <a:latin typeface="Calibri"/>
              <a:ea typeface="Proxima Nova"/>
            </a:endParaRPr>
          </a:p>
        </p:txBody>
      </p:sp>
      <p:pic>
        <p:nvPicPr>
          <p:cNvPr id="36" name="Google Shape;59;p7" descr=""/>
          <p:cNvPicPr/>
          <p:nvPr/>
        </p:nvPicPr>
        <p:blipFill>
          <a:blip r:embed="rId2"/>
          <a:stretch/>
        </p:blipFill>
        <p:spPr>
          <a:xfrm>
            <a:off x="664560" y="4769640"/>
            <a:ext cx="857880" cy="163440"/>
          </a:xfrm>
          <a:prstGeom prst="rect">
            <a:avLst/>
          </a:prstGeom>
          <a:ln w="0">
            <a:noFill/>
          </a:ln>
        </p:spPr>
      </p:pic>
      <p:pic>
        <p:nvPicPr>
          <p:cNvPr id="37" name="Google Shape;60;p7" descr=""/>
          <p:cNvPicPr/>
          <p:nvPr/>
        </p:nvPicPr>
        <p:blipFill>
          <a:blip r:embed="rId3"/>
          <a:stretch/>
        </p:blipFill>
        <p:spPr>
          <a:xfrm>
            <a:off x="0" y="4689000"/>
            <a:ext cx="613440" cy="456120"/>
          </a:xfrm>
          <a:prstGeom prst="rect">
            <a:avLst/>
          </a:prstGeom>
          <a:ln w="0">
            <a:noFill/>
          </a:ln>
        </p:spPr>
      </p:pic>
      <p:grpSp>
        <p:nvGrpSpPr>
          <p:cNvPr id="38" name="Google Shape;61;p7"/>
          <p:cNvGrpSpPr/>
          <p:nvPr/>
        </p:nvGrpSpPr>
        <p:grpSpPr>
          <a:xfrm>
            <a:off x="6506280" y="720"/>
            <a:ext cx="2718360" cy="5019480"/>
            <a:chOff x="6506280" y="720"/>
            <a:chExt cx="2718360" cy="5019480"/>
          </a:xfrm>
        </p:grpSpPr>
        <p:sp>
          <p:nvSpPr>
            <p:cNvPr id="39" name="Google Shape;62;p7"/>
            <p:cNvSpPr/>
            <p:nvPr/>
          </p:nvSpPr>
          <p:spPr>
            <a:xfrm rot="10800000">
              <a:off x="7688880" y="720"/>
              <a:ext cx="1454400" cy="2336400"/>
            </a:xfrm>
            <a:prstGeom prst="rtTriangle">
              <a:avLst/>
            </a:prstGeom>
            <a:gradFill rotWithShape="0">
              <a:gsLst>
                <a:gs pos="0">
                  <a:srgbClr val="82297b"/>
                </a:gs>
                <a:gs pos="100000">
                  <a:srgbClr val="bf2151"/>
                </a:gs>
              </a:gsLst>
              <a:lin ang="10800000"/>
            </a:gradFill>
            <a:ln w="0">
              <a:noFill/>
            </a:ln>
          </p:spPr>
          <p:style>
            <a:lnRef idx="0"/>
            <a:fillRef idx="0"/>
            <a:effectRef idx="0"/>
            <a:fontRef idx="minor"/>
          </p:style>
          <p:txBody>
            <a:bodyPr lIns="90000" rIns="90000" tIns="91440" bIns="91440" anchor="ctr">
              <a:noAutofit/>
            </a:bodyPr>
            <a:p>
              <a:endParaRPr b="0" lang="en-GB" sz="1400" spc="-1" strike="noStrike">
                <a:solidFill>
                  <a:srgbClr val="000000"/>
                </a:solidFill>
                <a:latin typeface="Calibri"/>
                <a:ea typeface="Arial"/>
              </a:endParaRPr>
            </a:p>
          </p:txBody>
        </p:sp>
        <p:sp>
          <p:nvSpPr>
            <p:cNvPr id="40" name="Google Shape;63;p7"/>
            <p:cNvSpPr/>
            <p:nvPr/>
          </p:nvSpPr>
          <p:spPr>
            <a:xfrm rot="16200000">
              <a:off x="5940000" y="1735560"/>
              <a:ext cx="3850920" cy="2718360"/>
            </a:xfrm>
            <a:prstGeom prst="rtTriangle">
              <a:avLst/>
            </a:prstGeom>
            <a:solidFill>
              <a:schemeClr val="accent1"/>
            </a:solidFill>
            <a:ln w="0">
              <a:noFill/>
            </a:ln>
          </p:spPr>
          <p:style>
            <a:lnRef idx="0"/>
            <a:fillRef idx="0"/>
            <a:effectRef idx="0"/>
            <a:fontRef idx="minor"/>
          </p:style>
          <p:txBody>
            <a:bodyPr lIns="90000" rIns="90000" tIns="91440" bIns="91440" anchor="ctr">
              <a:noAutofit/>
            </a:bodyPr>
            <a:p>
              <a:endParaRPr b="0" lang="en-GB" sz="1400" spc="-1" strike="noStrike">
                <a:solidFill>
                  <a:srgbClr val="000000"/>
                </a:solidFill>
                <a:latin typeface="Calibri"/>
                <a:ea typeface="Arial"/>
              </a:endParaRPr>
            </a:p>
          </p:txBody>
        </p:sp>
      </p:grpSp>
      <p:sp>
        <p:nvSpPr>
          <p:cNvPr id="4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r>
              <a:rPr b="0" lang="en-GB" sz="4400" spc="-1" strike="noStrike">
                <a:solidFill>
                  <a:srgbClr val="000000"/>
                </a:solidFill>
                <a:latin typeface="Arial"/>
              </a:rPr>
              <a:t>Click to edit the title text format</a:t>
            </a:r>
            <a:endParaRPr b="0" lang="en-GB" sz="4400" spc="-1" strike="noStrike">
              <a:solidFill>
                <a:srgbClr val="000000"/>
              </a:solidFill>
              <a:latin typeface="Arial"/>
            </a:endParaRPr>
          </a:p>
        </p:txBody>
      </p:sp>
      <p:sp>
        <p:nvSpPr>
          <p:cNvPr id="42" name="PlaceHolder 2"/>
          <p:cNvSpPr>
            <a:spLocks noGrp="1"/>
          </p:cNvSpPr>
          <p:nvPr>
            <p:ph type="body"/>
          </p:nvPr>
        </p:nvSpPr>
        <p:spPr>
          <a:xfrm>
            <a:off x="457200" y="1203840"/>
            <a:ext cx="8229240" cy="29836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3200" spc="-1" strike="noStrike">
                <a:solidFill>
                  <a:srgbClr val="000000"/>
                </a:solidFill>
                <a:latin typeface="Arial"/>
              </a:rPr>
              <a:t>Click to edit the outline text format</a:t>
            </a:r>
            <a:endParaRPr b="0" lang="en-GB"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GB" sz="2800" spc="-1" strike="noStrike">
                <a:solidFill>
                  <a:srgbClr val="000000"/>
                </a:solidFill>
                <a:latin typeface="Arial"/>
              </a:rPr>
              <a:t>Second Outline Level</a:t>
            </a:r>
            <a:endParaRPr b="0" lang="en-GB"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GB" sz="2400" spc="-1" strike="noStrike">
                <a:solidFill>
                  <a:srgbClr val="000000"/>
                </a:solidFill>
                <a:latin typeface="Arial"/>
              </a:rPr>
              <a:t>Third Outline Level</a:t>
            </a:r>
            <a:endParaRPr b="0" lang="en-GB"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GB" sz="2000" spc="-1" strike="noStrike">
                <a:solidFill>
                  <a:srgbClr val="000000"/>
                </a:solidFill>
                <a:latin typeface="Arial"/>
              </a:rPr>
              <a:t>Fourth Outline Level</a:t>
            </a:r>
            <a:endParaRPr b="0" lang="en-GB"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GB" sz="2000" spc="-1" strike="noStrike">
                <a:solidFill>
                  <a:srgbClr val="000000"/>
                </a:solidFill>
                <a:latin typeface="Arial"/>
              </a:rPr>
              <a:t>Fifth Outline Level</a:t>
            </a:r>
            <a:endParaRPr b="0" lang="en-GB"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GB" sz="2000" spc="-1" strike="noStrike">
                <a:solidFill>
                  <a:srgbClr val="000000"/>
                </a:solidFill>
                <a:latin typeface="Arial"/>
              </a:rPr>
              <a:t>Sixth Outline Level</a:t>
            </a:r>
            <a:endParaRPr b="0" lang="en-GB"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GB" sz="2000" spc="-1" strike="noStrike">
                <a:solidFill>
                  <a:srgbClr val="000000"/>
                </a:solidFill>
                <a:latin typeface="Arial"/>
              </a:rPr>
              <a:t>Seventh Outline Level</a:t>
            </a:r>
            <a:endParaRPr b="0" lang="en-GB"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6" r:id="rId4"/>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3" name="Google Shape;65;p8"/>
          <p:cNvSpPr/>
          <p:nvPr/>
        </p:nvSpPr>
        <p:spPr>
          <a:xfrm>
            <a:off x="2171880" y="1456560"/>
            <a:ext cx="5261040" cy="7995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 sz="4400" spc="-1" strike="noStrike">
                <a:solidFill>
                  <a:schemeClr val="accent1"/>
                </a:solidFill>
                <a:latin typeface="Calibri"/>
                <a:ea typeface="Proxima Nova"/>
              </a:rPr>
              <a:t>THANK YOU</a:t>
            </a:r>
            <a:endParaRPr b="0" lang="en-GB" sz="4400" spc="-1" strike="noStrike">
              <a:solidFill>
                <a:srgbClr val="000000"/>
              </a:solidFill>
              <a:latin typeface="Arial"/>
            </a:endParaRPr>
          </a:p>
        </p:txBody>
      </p:sp>
      <p:pic>
        <p:nvPicPr>
          <p:cNvPr id="44" name="Google Shape;67;p8" descr=""/>
          <p:cNvPicPr/>
          <p:nvPr/>
        </p:nvPicPr>
        <p:blipFill>
          <a:blip r:embed="rId2"/>
          <a:srcRect l="75945" t="0" r="0" b="53046"/>
          <a:stretch/>
        </p:blipFill>
        <p:spPr>
          <a:xfrm>
            <a:off x="0" y="3412080"/>
            <a:ext cx="2048040" cy="1730520"/>
          </a:xfrm>
          <a:prstGeom prst="rect">
            <a:avLst/>
          </a:prstGeom>
          <a:ln w="0">
            <a:noFill/>
          </a:ln>
        </p:spPr>
      </p:pic>
      <p:sp>
        <p:nvSpPr>
          <p:cNvPr id="45" name="Google Shape;68;p8"/>
          <p:cNvSpPr/>
          <p:nvPr/>
        </p:nvSpPr>
        <p:spPr>
          <a:xfrm>
            <a:off x="2165400" y="3363120"/>
            <a:ext cx="6487920" cy="11883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 sz="1400" spc="-1" strike="noStrike">
                <a:solidFill>
                  <a:schemeClr val="accent1"/>
                </a:solidFill>
                <a:latin typeface="Calibri"/>
                <a:ea typeface="Proxima Nova Semibold"/>
              </a:rPr>
              <a:t>About Relevantz</a:t>
            </a:r>
            <a:endParaRPr b="0" lang="en-GB" sz="1400" spc="-1" strike="noStrike">
              <a:solidFill>
                <a:srgbClr val="000000"/>
              </a:solidFill>
              <a:latin typeface="Arial"/>
            </a:endParaRPr>
          </a:p>
          <a:p>
            <a:pPr>
              <a:lnSpc>
                <a:spcPct val="100000"/>
              </a:lnSpc>
              <a:spcBef>
                <a:spcPts val="400"/>
              </a:spcBef>
              <a:tabLst>
                <a:tab algn="l" pos="0"/>
              </a:tabLst>
            </a:pPr>
            <a:r>
              <a:rPr b="0" lang="en-US" sz="1000" spc="-1" strike="noStrike">
                <a:solidFill>
                  <a:schemeClr val="dk1"/>
                </a:solidFill>
                <a:latin typeface="Calibri"/>
                <a:ea typeface="Arial"/>
              </a:rPr>
              <a:t>Relevantz Technology Services Inc. has been delivering relevant technology solutions for leading enterprises and ISVs for over 25+ years. Our team of 1200+ software engineers across 4 global offices serves customers across the finance, healthcare, insurance, media, telecom, retail, and technology sectors. Learn more at </a:t>
            </a:r>
            <a:r>
              <a:rPr b="0" lang="en-US" sz="1000" spc="-1" strike="noStrike" u="sng">
                <a:solidFill>
                  <a:schemeClr val="accent1"/>
                </a:solidFill>
                <a:uFillTx/>
                <a:latin typeface="Calibri"/>
                <a:ea typeface="Arial"/>
                <a:hlinkClick r:id="rId3"/>
              </a:rPr>
              <a:t>www.relevantz.com</a:t>
            </a:r>
            <a:r>
              <a:rPr b="0" lang="en-US" sz="1000" spc="-1" strike="noStrike">
                <a:solidFill>
                  <a:schemeClr val="accent1"/>
                </a:solidFill>
                <a:latin typeface="Calibri"/>
                <a:ea typeface="Arial"/>
              </a:rPr>
              <a:t> </a:t>
            </a:r>
            <a:r>
              <a:rPr b="0" lang="en-US" sz="1000" spc="-1" strike="noStrike">
                <a:solidFill>
                  <a:schemeClr val="dk1"/>
                </a:solidFill>
                <a:latin typeface="Calibri"/>
                <a:ea typeface="Arial"/>
              </a:rPr>
              <a:t>or </a:t>
            </a:r>
            <a:r>
              <a:rPr b="0" lang="en-US" sz="1000" spc="-1" strike="noStrike" u="sng">
                <a:solidFill>
                  <a:schemeClr val="accent1"/>
                </a:solidFill>
                <a:uFillTx/>
                <a:latin typeface="Calibri"/>
                <a:ea typeface="Arial"/>
                <a:hlinkClick r:id="rId4"/>
              </a:rPr>
              <a:t>@relevantztech</a:t>
            </a:r>
            <a:r>
              <a:rPr b="0" lang="en-US" sz="1000" spc="-1" strike="noStrike">
                <a:solidFill>
                  <a:schemeClr val="dk1"/>
                </a:solidFill>
                <a:latin typeface="Calibri"/>
                <a:ea typeface="Arial"/>
              </a:rPr>
              <a:t>.</a:t>
            </a:r>
            <a:endParaRPr b="0" lang="en-GB" sz="1000" spc="-1" strike="noStrike">
              <a:solidFill>
                <a:srgbClr val="000000"/>
              </a:solidFill>
              <a:latin typeface="Arial"/>
            </a:endParaRPr>
          </a:p>
          <a:p>
            <a:pPr>
              <a:lnSpc>
                <a:spcPct val="100000"/>
              </a:lnSpc>
              <a:spcBef>
                <a:spcPts val="400"/>
              </a:spcBef>
              <a:tabLst>
                <a:tab algn="l" pos="0"/>
              </a:tabLst>
            </a:pPr>
            <a:endParaRPr b="0" lang="en-GB" sz="1000" spc="-1" strike="noStrike">
              <a:solidFill>
                <a:srgbClr val="000000"/>
              </a:solidFill>
              <a:latin typeface="Arial"/>
            </a:endParaRPr>
          </a:p>
          <a:p>
            <a:pPr>
              <a:lnSpc>
                <a:spcPct val="100000"/>
              </a:lnSpc>
              <a:spcBef>
                <a:spcPts val="400"/>
              </a:spcBef>
              <a:spcAft>
                <a:spcPts val="400"/>
              </a:spcAft>
              <a:tabLst>
                <a:tab algn="l" pos="0"/>
              </a:tabLst>
            </a:pPr>
            <a:r>
              <a:rPr b="0" lang="en" sz="1000" spc="-1" strike="noStrike">
                <a:solidFill>
                  <a:srgbClr val="000000"/>
                </a:solidFill>
                <a:latin typeface="Calibri"/>
                <a:ea typeface="Proxima Nova"/>
              </a:rPr>
              <a:t>© 2025 Relevantz Technology Services, Inc. All rights reserved.</a:t>
            </a:r>
            <a:endParaRPr b="0" lang="en-GB" sz="1000" spc="-1" strike="noStrike">
              <a:solidFill>
                <a:srgbClr val="000000"/>
              </a:solidFill>
              <a:latin typeface="Arial"/>
            </a:endParaRPr>
          </a:p>
        </p:txBody>
      </p:sp>
      <p:sp>
        <p:nvSpPr>
          <p:cNvPr id="46" name="Google Shape;69;p8"/>
          <p:cNvSpPr/>
          <p:nvPr/>
        </p:nvSpPr>
        <p:spPr>
          <a:xfrm>
            <a:off x="2165760" y="3057480"/>
            <a:ext cx="6491160" cy="27000"/>
          </a:xfrm>
          <a:prstGeom prst="rect">
            <a:avLst/>
          </a:prstGeom>
          <a:gradFill rotWithShape="0">
            <a:gsLst>
              <a:gs pos="0">
                <a:srgbClr val="82297b"/>
              </a:gs>
              <a:gs pos="100000">
                <a:srgbClr val="bf2151"/>
              </a:gs>
            </a:gsLst>
            <a:lin ang="0"/>
          </a:gradFill>
          <a:ln w="0">
            <a:noFill/>
          </a:ln>
        </p:spPr>
        <p:style>
          <a:lnRef idx="0"/>
          <a:fillRef idx="0"/>
          <a:effectRef idx="0"/>
          <a:fontRef idx="minor"/>
        </p:style>
        <p:txBody>
          <a:bodyPr lIns="90000" rIns="90000" tIns="13680" bIns="13680" anchor="ctr">
            <a:noAutofit/>
          </a:bodyPr>
          <a:p>
            <a:endParaRPr b="0" lang="en-GB" sz="1400" spc="-1" strike="noStrike">
              <a:solidFill>
                <a:srgbClr val="000000"/>
              </a:solidFill>
              <a:latin typeface="Calibri"/>
              <a:ea typeface="Proxima Nova"/>
            </a:endParaRPr>
          </a:p>
        </p:txBody>
      </p:sp>
      <p:pic>
        <p:nvPicPr>
          <p:cNvPr id="47" name="Google Shape;70;p8" descr=""/>
          <p:cNvPicPr/>
          <p:nvPr/>
        </p:nvPicPr>
        <p:blipFill>
          <a:blip r:embed="rId5"/>
          <a:stretch/>
        </p:blipFill>
        <p:spPr>
          <a:xfrm>
            <a:off x="6869160" y="422640"/>
            <a:ext cx="1784520" cy="414720"/>
          </a:xfrm>
          <a:prstGeom prst="rect">
            <a:avLst/>
          </a:prstGeom>
          <a:ln w="0">
            <a:noFill/>
          </a:ln>
        </p:spPr>
      </p:pic>
      <p:sp>
        <p:nvSpPr>
          <p:cNvPr id="48"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r>
              <a:rPr b="0" lang="en-GB" sz="4400" spc="-1" strike="noStrike">
                <a:solidFill>
                  <a:srgbClr val="000000"/>
                </a:solidFill>
                <a:latin typeface="Arial"/>
              </a:rPr>
              <a:t>Click to edit the title text format</a:t>
            </a:r>
            <a:endParaRPr b="0" lang="en-GB" sz="4400" spc="-1" strike="noStrike">
              <a:solidFill>
                <a:srgbClr val="000000"/>
              </a:solidFill>
              <a:latin typeface="Arial"/>
            </a:endParaRPr>
          </a:p>
        </p:txBody>
      </p:sp>
      <p:sp>
        <p:nvSpPr>
          <p:cNvPr id="49" name="PlaceHolder 2"/>
          <p:cNvSpPr>
            <a:spLocks noGrp="1"/>
          </p:cNvSpPr>
          <p:nvPr>
            <p:ph type="body"/>
          </p:nvPr>
        </p:nvSpPr>
        <p:spPr>
          <a:xfrm>
            <a:off x="457200" y="1203840"/>
            <a:ext cx="8229240" cy="29836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3200" spc="-1" strike="noStrike">
                <a:solidFill>
                  <a:srgbClr val="000000"/>
                </a:solidFill>
                <a:latin typeface="Arial"/>
              </a:rPr>
              <a:t>Click to edit the outline text format</a:t>
            </a:r>
            <a:endParaRPr b="0" lang="en-GB"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GB" sz="2800" spc="-1" strike="noStrike">
                <a:solidFill>
                  <a:srgbClr val="000000"/>
                </a:solidFill>
                <a:latin typeface="Arial"/>
              </a:rPr>
              <a:t>Second Outline Level</a:t>
            </a:r>
            <a:endParaRPr b="0" lang="en-GB"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GB" sz="2400" spc="-1" strike="noStrike">
                <a:solidFill>
                  <a:srgbClr val="000000"/>
                </a:solidFill>
                <a:latin typeface="Arial"/>
              </a:rPr>
              <a:t>Third Outline Level</a:t>
            </a:r>
            <a:endParaRPr b="0" lang="en-GB"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GB" sz="2000" spc="-1" strike="noStrike">
                <a:solidFill>
                  <a:srgbClr val="000000"/>
                </a:solidFill>
                <a:latin typeface="Arial"/>
              </a:rPr>
              <a:t>Fourth Outline Level</a:t>
            </a:r>
            <a:endParaRPr b="0" lang="en-GB"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GB" sz="2000" spc="-1" strike="noStrike">
                <a:solidFill>
                  <a:srgbClr val="000000"/>
                </a:solidFill>
                <a:latin typeface="Arial"/>
              </a:rPr>
              <a:t>Fifth Outline Level</a:t>
            </a:r>
            <a:endParaRPr b="0" lang="en-GB"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GB" sz="2000" spc="-1" strike="noStrike">
                <a:solidFill>
                  <a:srgbClr val="000000"/>
                </a:solidFill>
                <a:latin typeface="Arial"/>
              </a:rPr>
              <a:t>Sixth Outline Level</a:t>
            </a:r>
            <a:endParaRPr b="0" lang="en-GB"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GB" sz="2000" spc="-1" strike="noStrike">
                <a:solidFill>
                  <a:srgbClr val="000000"/>
                </a:solidFill>
                <a:latin typeface="Arial"/>
              </a:rPr>
              <a:t>Seventh Outline Level</a:t>
            </a:r>
            <a:endParaRPr b="0" lang="en-GB"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8" r:id="rId6"/>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50" name="Google Shape;16;p3" descr=""/>
          <p:cNvPicPr/>
          <p:nvPr/>
        </p:nvPicPr>
        <p:blipFill>
          <a:blip r:embed="rId2"/>
          <a:stretch/>
        </p:blipFill>
        <p:spPr>
          <a:xfrm>
            <a:off x="664560" y="4769640"/>
            <a:ext cx="857880" cy="163440"/>
          </a:xfrm>
          <a:prstGeom prst="rect">
            <a:avLst/>
          </a:prstGeom>
          <a:ln w="0">
            <a:noFill/>
          </a:ln>
        </p:spPr>
      </p:pic>
      <p:pic>
        <p:nvPicPr>
          <p:cNvPr id="51" name="Google Shape;19;p3" descr=""/>
          <p:cNvPicPr/>
          <p:nvPr/>
        </p:nvPicPr>
        <p:blipFill>
          <a:blip r:embed="rId3"/>
          <a:stretch/>
        </p:blipFill>
        <p:spPr>
          <a:xfrm>
            <a:off x="0" y="4689000"/>
            <a:ext cx="613440" cy="456120"/>
          </a:xfrm>
          <a:prstGeom prst="rect">
            <a:avLst/>
          </a:prstGeom>
          <a:ln w="0">
            <a:noFill/>
          </a:ln>
        </p:spPr>
      </p:pic>
      <p:sp>
        <p:nvSpPr>
          <p:cNvPr id="52" name="Google Shape;33;p5"/>
          <p:cNvSpPr/>
          <p:nvPr/>
        </p:nvSpPr>
        <p:spPr>
          <a:xfrm>
            <a:off x="3781080" y="4731480"/>
            <a:ext cx="1602720" cy="23868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0" lang="en-US" sz="800" spc="-1" strike="noStrike">
                <a:solidFill>
                  <a:srgbClr val="999999"/>
                </a:solidFill>
                <a:highlight>
                  <a:srgbClr val="ffffff"/>
                </a:highlight>
                <a:latin typeface="Calibri"/>
                <a:ea typeface="Proxima Nova"/>
              </a:rPr>
              <a:t>For Internal Use Only</a:t>
            </a:r>
            <a:endParaRPr b="0" lang="en-GB" sz="800" spc="-1" strike="noStrike">
              <a:solidFill>
                <a:srgbClr val="000000"/>
              </a:solidFill>
              <a:latin typeface="Arial"/>
            </a:endParaRPr>
          </a:p>
        </p:txBody>
      </p:sp>
      <p:sp>
        <p:nvSpPr>
          <p:cNvPr id="53" name="PlaceHolder 1"/>
          <p:cNvSpPr>
            <a:spLocks noGrp="1"/>
          </p:cNvSpPr>
          <p:nvPr>
            <p:ph type="sldNum" idx="5"/>
          </p:nvPr>
        </p:nvSpPr>
        <p:spPr>
          <a:xfrm>
            <a:off x="8533440" y="4731480"/>
            <a:ext cx="463320" cy="238680"/>
          </a:xfrm>
          <a:prstGeom prst="rect">
            <a:avLst/>
          </a:prstGeom>
          <a:noFill/>
          <a:ln w="0">
            <a:noFill/>
          </a:ln>
        </p:spPr>
        <p:txBody>
          <a:bodyPr lIns="68400" rIns="68400" tIns="34200" bIns="3420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18994B6B-6B22-46F5-9C92-B0DAACB79542}"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54" name="PlaceHolder 2"/>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r>
              <a:rPr b="0" lang="en-GB" sz="4400" spc="-1" strike="noStrike">
                <a:solidFill>
                  <a:srgbClr val="000000"/>
                </a:solidFill>
                <a:latin typeface="Arial"/>
              </a:rPr>
              <a:t>Click to edit the title text format</a:t>
            </a:r>
            <a:endParaRPr b="0" lang="en-GB" sz="4400" spc="-1" strike="noStrike">
              <a:solidFill>
                <a:srgbClr val="000000"/>
              </a:solidFill>
              <a:latin typeface="Arial"/>
            </a:endParaRPr>
          </a:p>
        </p:txBody>
      </p:sp>
      <p:sp>
        <p:nvSpPr>
          <p:cNvPr id="55" name="PlaceHolder 3"/>
          <p:cNvSpPr>
            <a:spLocks noGrp="1"/>
          </p:cNvSpPr>
          <p:nvPr>
            <p:ph type="body"/>
          </p:nvPr>
        </p:nvSpPr>
        <p:spPr>
          <a:xfrm>
            <a:off x="457200" y="1203840"/>
            <a:ext cx="8229240" cy="29836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3200" spc="-1" strike="noStrike">
                <a:solidFill>
                  <a:srgbClr val="000000"/>
                </a:solidFill>
                <a:latin typeface="Arial"/>
              </a:rPr>
              <a:t>Click to edit the outline text format</a:t>
            </a:r>
            <a:endParaRPr b="0" lang="en-GB"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GB" sz="2800" spc="-1" strike="noStrike">
                <a:solidFill>
                  <a:srgbClr val="000000"/>
                </a:solidFill>
                <a:latin typeface="Arial"/>
              </a:rPr>
              <a:t>Second Outline Level</a:t>
            </a:r>
            <a:endParaRPr b="0" lang="en-GB"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GB" sz="2400" spc="-1" strike="noStrike">
                <a:solidFill>
                  <a:srgbClr val="000000"/>
                </a:solidFill>
                <a:latin typeface="Arial"/>
              </a:rPr>
              <a:t>Third Outline Level</a:t>
            </a:r>
            <a:endParaRPr b="0" lang="en-GB"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GB" sz="2000" spc="-1" strike="noStrike">
                <a:solidFill>
                  <a:srgbClr val="000000"/>
                </a:solidFill>
                <a:latin typeface="Arial"/>
              </a:rPr>
              <a:t>Fourth Outline Level</a:t>
            </a:r>
            <a:endParaRPr b="0" lang="en-GB"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GB" sz="2000" spc="-1" strike="noStrike">
                <a:solidFill>
                  <a:srgbClr val="000000"/>
                </a:solidFill>
                <a:latin typeface="Arial"/>
              </a:rPr>
              <a:t>Fifth Outline Level</a:t>
            </a:r>
            <a:endParaRPr b="0" lang="en-GB"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GB" sz="2000" spc="-1" strike="noStrike">
                <a:solidFill>
                  <a:srgbClr val="000000"/>
                </a:solidFill>
                <a:latin typeface="Arial"/>
              </a:rPr>
              <a:t>Sixth Outline Level</a:t>
            </a:r>
            <a:endParaRPr b="0" lang="en-GB"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GB" sz="2000" spc="-1" strike="noStrike">
                <a:solidFill>
                  <a:srgbClr val="000000"/>
                </a:solidFill>
                <a:latin typeface="Arial"/>
              </a:rPr>
              <a:t>Seventh Outline Level</a:t>
            </a:r>
            <a:endParaRPr b="0" lang="en-GB"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0" r:id="rId4"/>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56" name="Google Shape;25;p4" descr=""/>
          <p:cNvPicPr/>
          <p:nvPr/>
        </p:nvPicPr>
        <p:blipFill>
          <a:blip r:embed="rId2"/>
          <a:stretch/>
        </p:blipFill>
        <p:spPr>
          <a:xfrm>
            <a:off x="664560" y="4769640"/>
            <a:ext cx="857520" cy="163080"/>
          </a:xfrm>
          <a:prstGeom prst="rect">
            <a:avLst/>
          </a:prstGeom>
          <a:ln w="0">
            <a:noFill/>
          </a:ln>
        </p:spPr>
      </p:pic>
      <p:pic>
        <p:nvPicPr>
          <p:cNvPr id="57" name="Google Shape;28;p4" descr=""/>
          <p:cNvPicPr/>
          <p:nvPr/>
        </p:nvPicPr>
        <p:blipFill>
          <a:blip r:embed="rId3"/>
          <a:stretch/>
        </p:blipFill>
        <p:spPr>
          <a:xfrm>
            <a:off x="0" y="4689000"/>
            <a:ext cx="613080" cy="455760"/>
          </a:xfrm>
          <a:prstGeom prst="rect">
            <a:avLst/>
          </a:prstGeom>
          <a:ln w="0">
            <a:noFill/>
          </a:ln>
        </p:spPr>
      </p:pic>
      <p:sp>
        <p:nvSpPr>
          <p:cNvPr id="58" name="Google Shape;33;p5"/>
          <p:cNvSpPr/>
          <p:nvPr/>
        </p:nvSpPr>
        <p:spPr>
          <a:xfrm>
            <a:off x="3781080" y="4731480"/>
            <a:ext cx="1602360" cy="23832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0" lang="en-US" sz="800" spc="-1" strike="noStrike">
                <a:solidFill>
                  <a:srgbClr val="999999"/>
                </a:solidFill>
                <a:highlight>
                  <a:srgbClr val="ffffff"/>
                </a:highlight>
                <a:latin typeface="Calibri"/>
                <a:ea typeface="Proxima Nova"/>
              </a:rPr>
              <a:t>For Internal Use Only</a:t>
            </a:r>
            <a:endParaRPr b="0" lang="en-GB" sz="800" spc="-1" strike="noStrike">
              <a:solidFill>
                <a:srgbClr val="000000"/>
              </a:solidFill>
              <a:latin typeface="Arial"/>
            </a:endParaRPr>
          </a:p>
        </p:txBody>
      </p:sp>
      <p:sp>
        <p:nvSpPr>
          <p:cNvPr id="59" name="Google Shape;29;p5"/>
          <p:cNvSpPr/>
          <p:nvPr/>
        </p:nvSpPr>
        <p:spPr>
          <a:xfrm>
            <a:off x="4670640" y="959040"/>
            <a:ext cx="4021920" cy="277200"/>
          </a:xfrm>
          <a:prstGeom prst="rect">
            <a:avLst/>
          </a:prstGeom>
          <a:noFill/>
          <a:ln w="0">
            <a:noFill/>
          </a:ln>
        </p:spPr>
        <p:style>
          <a:lnRef idx="0"/>
          <a:fillRef idx="0"/>
          <a:effectRef idx="0"/>
          <a:fontRef idx="minor"/>
        </p:style>
        <p:txBody>
          <a:bodyPr lIns="0" rIns="0" tIns="0" bIns="0" anchor="t">
            <a:noAutofit/>
          </a:bodyPr>
          <a:p>
            <a:endParaRPr b="1" lang="en-US" sz="1800" spc="-1" strike="noStrike">
              <a:solidFill>
                <a:srgbClr val="000000"/>
              </a:solidFill>
              <a:latin typeface="Calibri"/>
              <a:ea typeface="Calibri"/>
            </a:endParaRPr>
          </a:p>
        </p:txBody>
      </p:sp>
      <p:sp>
        <p:nvSpPr>
          <p:cNvPr id="60" name="PlaceHolder 1"/>
          <p:cNvSpPr>
            <a:spLocks noGrp="1"/>
          </p:cNvSpPr>
          <p:nvPr>
            <p:ph type="sldNum" idx="6"/>
          </p:nvPr>
        </p:nvSpPr>
        <p:spPr>
          <a:xfrm>
            <a:off x="8533440" y="4731480"/>
            <a:ext cx="462960" cy="238320"/>
          </a:xfrm>
          <a:prstGeom prst="rect">
            <a:avLst/>
          </a:prstGeom>
          <a:noFill/>
          <a:ln w="0">
            <a:noFill/>
          </a:ln>
        </p:spPr>
        <p:txBody>
          <a:bodyPr lIns="68400" rIns="68400" tIns="34200" bIns="3420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621818B7-E11C-4BB6-B7CC-64B8A35D39FE}"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61" name="PlaceHolder 2"/>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r>
              <a:rPr b="0" lang="en-GB" sz="4400" spc="-1" strike="noStrike">
                <a:solidFill>
                  <a:srgbClr val="000000"/>
                </a:solidFill>
                <a:latin typeface="Arial"/>
              </a:rPr>
              <a:t>Click to edit the title text format</a:t>
            </a:r>
            <a:endParaRPr b="0" lang="en-GB" sz="4400" spc="-1" strike="noStrike">
              <a:solidFill>
                <a:srgbClr val="000000"/>
              </a:solidFill>
              <a:latin typeface="Arial"/>
            </a:endParaRPr>
          </a:p>
        </p:txBody>
      </p:sp>
      <p:sp>
        <p:nvSpPr>
          <p:cNvPr id="62" name="PlaceHolder 3"/>
          <p:cNvSpPr>
            <a:spLocks noGrp="1"/>
          </p:cNvSpPr>
          <p:nvPr>
            <p:ph type="body"/>
          </p:nvPr>
        </p:nvSpPr>
        <p:spPr>
          <a:xfrm>
            <a:off x="457200" y="1203840"/>
            <a:ext cx="8229240" cy="29836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3200" spc="-1" strike="noStrike">
                <a:solidFill>
                  <a:srgbClr val="000000"/>
                </a:solidFill>
                <a:latin typeface="Arial"/>
              </a:rPr>
              <a:t>Click to edit the outline text format</a:t>
            </a:r>
            <a:endParaRPr b="0" lang="en-GB"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GB" sz="2800" spc="-1" strike="noStrike">
                <a:solidFill>
                  <a:srgbClr val="000000"/>
                </a:solidFill>
                <a:latin typeface="Arial"/>
              </a:rPr>
              <a:t>Second Outline Level</a:t>
            </a:r>
            <a:endParaRPr b="0" lang="en-GB"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GB" sz="2400" spc="-1" strike="noStrike">
                <a:solidFill>
                  <a:srgbClr val="000000"/>
                </a:solidFill>
                <a:latin typeface="Arial"/>
              </a:rPr>
              <a:t>Third Outline Level</a:t>
            </a:r>
            <a:endParaRPr b="0" lang="en-GB"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GB" sz="2000" spc="-1" strike="noStrike">
                <a:solidFill>
                  <a:srgbClr val="000000"/>
                </a:solidFill>
                <a:latin typeface="Arial"/>
              </a:rPr>
              <a:t>Fourth Outline Level</a:t>
            </a:r>
            <a:endParaRPr b="0" lang="en-GB"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GB" sz="2000" spc="-1" strike="noStrike">
                <a:solidFill>
                  <a:srgbClr val="000000"/>
                </a:solidFill>
                <a:latin typeface="Arial"/>
              </a:rPr>
              <a:t>Fifth Outline Level</a:t>
            </a:r>
            <a:endParaRPr b="0" lang="en-GB"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GB" sz="2000" spc="-1" strike="noStrike">
                <a:solidFill>
                  <a:srgbClr val="000000"/>
                </a:solidFill>
                <a:latin typeface="Arial"/>
              </a:rPr>
              <a:t>Sixth Outline Level</a:t>
            </a:r>
            <a:endParaRPr b="0" lang="en-GB"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GB" sz="2000" spc="-1" strike="noStrike">
                <a:solidFill>
                  <a:srgbClr val="000000"/>
                </a:solidFill>
                <a:latin typeface="Arial"/>
              </a:rPr>
              <a:t>Seventh Outline Level</a:t>
            </a:r>
            <a:endParaRPr b="0" lang="en-GB"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2" r:id="rId4"/>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63" name="Google Shape;35;p5" descr=""/>
          <p:cNvPicPr/>
          <p:nvPr/>
        </p:nvPicPr>
        <p:blipFill>
          <a:blip r:embed="rId2"/>
          <a:stretch/>
        </p:blipFill>
        <p:spPr>
          <a:xfrm>
            <a:off x="664560" y="4769640"/>
            <a:ext cx="857520" cy="163080"/>
          </a:xfrm>
          <a:prstGeom prst="rect">
            <a:avLst/>
          </a:prstGeom>
          <a:ln w="0">
            <a:noFill/>
          </a:ln>
        </p:spPr>
      </p:pic>
      <p:pic>
        <p:nvPicPr>
          <p:cNvPr id="64" name="Google Shape;37;p5" descr=""/>
          <p:cNvPicPr/>
          <p:nvPr/>
        </p:nvPicPr>
        <p:blipFill>
          <a:blip r:embed="rId3"/>
          <a:stretch/>
        </p:blipFill>
        <p:spPr>
          <a:xfrm>
            <a:off x="0" y="4689000"/>
            <a:ext cx="613080" cy="455760"/>
          </a:xfrm>
          <a:prstGeom prst="rect">
            <a:avLst/>
          </a:prstGeom>
          <a:ln w="0">
            <a:noFill/>
          </a:ln>
        </p:spPr>
      </p:pic>
      <p:sp>
        <p:nvSpPr>
          <p:cNvPr id="65" name="Google Shape;33;p5"/>
          <p:cNvSpPr/>
          <p:nvPr/>
        </p:nvSpPr>
        <p:spPr>
          <a:xfrm>
            <a:off x="3337560" y="4731480"/>
            <a:ext cx="1602360" cy="23832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0" lang="en-US" sz="800" spc="-1" strike="noStrike">
                <a:solidFill>
                  <a:srgbClr val="999999"/>
                </a:solidFill>
                <a:highlight>
                  <a:srgbClr val="ffffff"/>
                </a:highlight>
                <a:latin typeface="Calibri"/>
                <a:ea typeface="Proxima Nova"/>
              </a:rPr>
              <a:t>For Internal Use Only</a:t>
            </a:r>
            <a:endParaRPr b="0" lang="en-GB" sz="800" spc="-1" strike="noStrike">
              <a:solidFill>
                <a:srgbClr val="000000"/>
              </a:solidFill>
              <a:latin typeface="Arial"/>
            </a:endParaRPr>
          </a:p>
        </p:txBody>
      </p:sp>
      <p:sp>
        <p:nvSpPr>
          <p:cNvPr id="66" name="PlaceHolder 1"/>
          <p:cNvSpPr>
            <a:spLocks noGrp="1"/>
          </p:cNvSpPr>
          <p:nvPr>
            <p:ph type="sldNum" idx="7"/>
          </p:nvPr>
        </p:nvSpPr>
        <p:spPr>
          <a:xfrm>
            <a:off x="8515800" y="4731480"/>
            <a:ext cx="462960" cy="238320"/>
          </a:xfrm>
          <a:prstGeom prst="rect">
            <a:avLst/>
          </a:prstGeom>
          <a:noFill/>
          <a:ln w="0">
            <a:noFill/>
          </a:ln>
        </p:spPr>
        <p:txBody>
          <a:bodyPr lIns="68400" rIns="68400" tIns="34200" bIns="3420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9DCBC5B4-9160-496D-9A60-FA987A4C2AD6}"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67" name="PlaceHolder 2"/>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r>
              <a:rPr b="0" lang="en-GB" sz="4400" spc="-1" strike="noStrike">
                <a:solidFill>
                  <a:srgbClr val="000000"/>
                </a:solidFill>
                <a:latin typeface="Arial"/>
              </a:rPr>
              <a:t>Click to edit the title text format</a:t>
            </a:r>
            <a:endParaRPr b="0" lang="en-GB" sz="4400" spc="-1" strike="noStrike">
              <a:solidFill>
                <a:srgbClr val="000000"/>
              </a:solidFill>
              <a:latin typeface="Arial"/>
            </a:endParaRPr>
          </a:p>
        </p:txBody>
      </p:sp>
      <p:sp>
        <p:nvSpPr>
          <p:cNvPr id="68" name="PlaceHolder 3"/>
          <p:cNvSpPr>
            <a:spLocks noGrp="1"/>
          </p:cNvSpPr>
          <p:nvPr>
            <p:ph type="body"/>
          </p:nvPr>
        </p:nvSpPr>
        <p:spPr>
          <a:xfrm>
            <a:off x="457200" y="1203840"/>
            <a:ext cx="8229240" cy="29836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3200" spc="-1" strike="noStrike">
                <a:solidFill>
                  <a:srgbClr val="000000"/>
                </a:solidFill>
                <a:latin typeface="Arial"/>
              </a:rPr>
              <a:t>Click to edit the outline text format</a:t>
            </a:r>
            <a:endParaRPr b="0" lang="en-GB"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GB" sz="2800" spc="-1" strike="noStrike">
                <a:solidFill>
                  <a:srgbClr val="000000"/>
                </a:solidFill>
                <a:latin typeface="Arial"/>
              </a:rPr>
              <a:t>Second Outline Level</a:t>
            </a:r>
            <a:endParaRPr b="0" lang="en-GB"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GB" sz="2400" spc="-1" strike="noStrike">
                <a:solidFill>
                  <a:srgbClr val="000000"/>
                </a:solidFill>
                <a:latin typeface="Arial"/>
              </a:rPr>
              <a:t>Third Outline Level</a:t>
            </a:r>
            <a:endParaRPr b="0" lang="en-GB"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GB" sz="2000" spc="-1" strike="noStrike">
                <a:solidFill>
                  <a:srgbClr val="000000"/>
                </a:solidFill>
                <a:latin typeface="Arial"/>
              </a:rPr>
              <a:t>Fourth Outline Level</a:t>
            </a:r>
            <a:endParaRPr b="0" lang="en-GB"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GB" sz="2000" spc="-1" strike="noStrike">
                <a:solidFill>
                  <a:srgbClr val="000000"/>
                </a:solidFill>
                <a:latin typeface="Arial"/>
              </a:rPr>
              <a:t>Fifth Outline Level</a:t>
            </a:r>
            <a:endParaRPr b="0" lang="en-GB"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GB" sz="2000" spc="-1" strike="noStrike">
                <a:solidFill>
                  <a:srgbClr val="000000"/>
                </a:solidFill>
                <a:latin typeface="Arial"/>
              </a:rPr>
              <a:t>Sixth Outline Level</a:t>
            </a:r>
            <a:endParaRPr b="0" lang="en-GB"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GB" sz="2000" spc="-1" strike="noStrike">
                <a:solidFill>
                  <a:srgbClr val="000000"/>
                </a:solidFill>
                <a:latin typeface="Arial"/>
              </a:rPr>
              <a:t>Seventh Outline Level</a:t>
            </a:r>
            <a:endParaRPr b="0" lang="en-GB"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4" r:id="rId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7.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png"/><Relationship Id="rId3" Type="http://schemas.openxmlformats.org/officeDocument/2006/relationships/slideLayout" Target="../slideLayouts/slideLayout5.xml"/>
</Relationships>
</file>

<file path=ppt/slides/_rels/slide8.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7.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4.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7.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9" name="PlaceHolder 1"/>
          <p:cNvSpPr>
            <a:spLocks noGrp="1"/>
          </p:cNvSpPr>
          <p:nvPr>
            <p:ph type="title"/>
          </p:nvPr>
        </p:nvSpPr>
        <p:spPr>
          <a:xfrm>
            <a:off x="3612960" y="2361960"/>
            <a:ext cx="5072400" cy="698040"/>
          </a:xfrm>
          <a:prstGeom prst="rect">
            <a:avLst/>
          </a:prstGeom>
          <a:noFill/>
          <a:ln w="0">
            <a:noFill/>
          </a:ln>
        </p:spPr>
        <p:txBody>
          <a:bodyPr lIns="0" rIns="0" tIns="0" bIns="0" anchor="t">
            <a:noAutofit/>
          </a:bodyPr>
          <a:p>
            <a:pPr indent="0">
              <a:lnSpc>
                <a:spcPct val="100000"/>
              </a:lnSpc>
              <a:buNone/>
              <a:tabLst>
                <a:tab algn="l" pos="0"/>
              </a:tabLst>
            </a:pPr>
            <a:r>
              <a:rPr b="1" lang="en" sz="4400" spc="-1" strike="noStrike">
                <a:solidFill>
                  <a:schemeClr val="accent1"/>
                </a:solidFill>
                <a:latin typeface="Calibri"/>
                <a:ea typeface="Calibri"/>
              </a:rPr>
              <a:t>Presentation Skills</a:t>
            </a:r>
            <a:endParaRPr b="0" lang="en-GB" sz="4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 name="PlaceHolder 1"/>
          <p:cNvSpPr>
            <a:spLocks noGrp="1"/>
          </p:cNvSpPr>
          <p:nvPr>
            <p:ph type="title"/>
          </p:nvPr>
        </p:nvSpPr>
        <p:spPr>
          <a:xfrm>
            <a:off x="469440" y="287280"/>
            <a:ext cx="8216280" cy="62604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Planning</a:t>
            </a:r>
            <a:endParaRPr b="0" lang="en-GB" sz="2400" spc="-1" strike="noStrike">
              <a:solidFill>
                <a:srgbClr val="000000"/>
              </a:solidFill>
              <a:latin typeface="Arial"/>
            </a:endParaRPr>
          </a:p>
        </p:txBody>
      </p:sp>
      <p:sp>
        <p:nvSpPr>
          <p:cNvPr id="71" name="Google Shape;130;p15"/>
          <p:cNvSpPr/>
          <p:nvPr/>
        </p:nvSpPr>
        <p:spPr>
          <a:xfrm>
            <a:off x="459360" y="929520"/>
            <a:ext cx="8216280" cy="277560"/>
          </a:xfrm>
          <a:prstGeom prst="rect">
            <a:avLst/>
          </a:prstGeom>
          <a:noFill/>
          <a:ln w="0">
            <a:noFill/>
          </a:ln>
        </p:spPr>
        <p:style>
          <a:lnRef idx="0"/>
          <a:fillRef idx="0"/>
          <a:effectRef idx="0"/>
          <a:fontRef idx="minor"/>
        </p:style>
        <p:txBody>
          <a:bodyPr lIns="0" rIns="0" tIns="0" bIns="0" anchor="t">
            <a:noAutofit/>
          </a:bodyPr>
          <a:p>
            <a:pPr>
              <a:lnSpc>
                <a:spcPct val="100000"/>
              </a:lnSpc>
            </a:pPr>
            <a:endParaRPr b="0" lang="en-GB" sz="1800" spc="-1" strike="noStrike">
              <a:solidFill>
                <a:srgbClr val="000000"/>
              </a:solidFill>
              <a:latin typeface="Arial"/>
            </a:endParaRPr>
          </a:p>
        </p:txBody>
      </p:sp>
      <p:sp>
        <p:nvSpPr>
          <p:cNvPr id="72" name="Google Shape;131;p15"/>
          <p:cNvSpPr/>
          <p:nvPr/>
        </p:nvSpPr>
        <p:spPr>
          <a:xfrm>
            <a:off x="449640" y="1293480"/>
            <a:ext cx="8216280" cy="309528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400" spc="-1" strike="noStrike">
                <a:solidFill>
                  <a:schemeClr val="dk1"/>
                </a:solidFill>
                <a:highlight>
                  <a:srgbClr val="ffffff"/>
                </a:highlight>
                <a:latin typeface="Calibri"/>
                <a:ea typeface="Arial"/>
              </a:rPr>
              <a:t>1. Know about the audience.</a:t>
            </a: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2. Research about the topic.</a:t>
            </a: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3. Collect details about the presentation.</a:t>
            </a: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4. Identify the outcome expected from this presentation.</a:t>
            </a: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5. Plan for all the required deliverables. </a:t>
            </a:r>
            <a:endParaRPr b="0" lang="en-GB" sz="1400" spc="-1" strike="noStrike">
              <a:solidFill>
                <a:srgbClr val="000000"/>
              </a:solidFill>
              <a:latin typeface="Arial"/>
            </a:endParaRPr>
          </a:p>
        </p:txBody>
      </p:sp>
      <p:sp>
        <p:nvSpPr>
          <p:cNvPr id="73" name="PlaceHolder 2"/>
          <p:cNvSpPr>
            <a:spLocks noGrp="1"/>
          </p:cNvSpPr>
          <p:nvPr>
            <p:ph type="sldNum" idx="8"/>
          </p:nvPr>
        </p:nvSpPr>
        <p:spPr>
          <a:xfrm>
            <a:off x="8472240" y="4712760"/>
            <a:ext cx="547920" cy="2772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DBD56D48-FB85-448E-9067-CB419091BDE1}"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 name="PlaceHolder 1"/>
          <p:cNvSpPr>
            <a:spLocks noGrp="1"/>
          </p:cNvSpPr>
          <p:nvPr>
            <p:ph type="title"/>
          </p:nvPr>
        </p:nvSpPr>
        <p:spPr>
          <a:xfrm>
            <a:off x="469440" y="287280"/>
            <a:ext cx="8216280" cy="62604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Preparations</a:t>
            </a:r>
            <a:endParaRPr b="0" lang="en-GB" sz="2400" spc="-1" strike="noStrike">
              <a:solidFill>
                <a:srgbClr val="000000"/>
              </a:solidFill>
              <a:latin typeface="Arial"/>
            </a:endParaRPr>
          </a:p>
        </p:txBody>
      </p:sp>
      <p:sp>
        <p:nvSpPr>
          <p:cNvPr id="75" name="Google Shape;130;p 2"/>
          <p:cNvSpPr/>
          <p:nvPr/>
        </p:nvSpPr>
        <p:spPr>
          <a:xfrm>
            <a:off x="459360" y="929520"/>
            <a:ext cx="8216280" cy="277560"/>
          </a:xfrm>
          <a:prstGeom prst="rect">
            <a:avLst/>
          </a:prstGeom>
          <a:noFill/>
          <a:ln w="0">
            <a:noFill/>
          </a:ln>
        </p:spPr>
        <p:style>
          <a:lnRef idx="0"/>
          <a:fillRef idx="0"/>
          <a:effectRef idx="0"/>
          <a:fontRef idx="minor"/>
        </p:style>
        <p:txBody>
          <a:bodyPr lIns="0" rIns="0" tIns="0" bIns="0" anchor="t">
            <a:noAutofit/>
          </a:bodyPr>
          <a:p>
            <a:endParaRPr b="0" lang="en-GB" sz="1800" spc="-1" strike="noStrike">
              <a:solidFill>
                <a:srgbClr val="000000"/>
              </a:solidFill>
              <a:latin typeface="Arial"/>
            </a:endParaRPr>
          </a:p>
        </p:txBody>
      </p:sp>
      <p:sp>
        <p:nvSpPr>
          <p:cNvPr id="76" name="Google Shape;131;p 2"/>
          <p:cNvSpPr/>
          <p:nvPr/>
        </p:nvSpPr>
        <p:spPr>
          <a:xfrm>
            <a:off x="449640" y="1293480"/>
            <a:ext cx="8216280" cy="309528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400" spc="-1" strike="noStrike">
                <a:solidFill>
                  <a:schemeClr val="dk1"/>
                </a:solidFill>
                <a:highlight>
                  <a:srgbClr val="ffffff"/>
                </a:highlight>
                <a:latin typeface="Calibri"/>
                <a:ea typeface="Arial"/>
              </a:rPr>
              <a:t>1. Build the content relative to the topic.</a:t>
            </a: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2. Add in visual aids and attachments relative to the content, in order to further enhance the content quality.</a:t>
            </a: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3. Ensure content delivery is sequential and builds up to the conclusion.</a:t>
            </a: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4. Ensure the visual aids and content are suitable for the audience in question.</a:t>
            </a:r>
            <a:endParaRPr b="0" lang="en-GB" sz="1400" spc="-1" strike="noStrike">
              <a:solidFill>
                <a:srgbClr val="000000"/>
              </a:solidFill>
              <a:latin typeface="Arial"/>
            </a:endParaRPr>
          </a:p>
        </p:txBody>
      </p:sp>
      <p:sp>
        <p:nvSpPr>
          <p:cNvPr id="77" name="PlaceHolder 2"/>
          <p:cNvSpPr>
            <a:spLocks noGrp="1"/>
          </p:cNvSpPr>
          <p:nvPr>
            <p:ph type="sldNum" idx="9"/>
          </p:nvPr>
        </p:nvSpPr>
        <p:spPr>
          <a:xfrm>
            <a:off x="8472240" y="4712760"/>
            <a:ext cx="547920" cy="2772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207DA222-E95F-4EEC-98C2-70AE8D49073A}"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 name="PlaceHolder 1"/>
          <p:cNvSpPr>
            <a:spLocks noGrp="1"/>
          </p:cNvSpPr>
          <p:nvPr>
            <p:ph type="title"/>
          </p:nvPr>
        </p:nvSpPr>
        <p:spPr>
          <a:xfrm>
            <a:off x="469440" y="287280"/>
            <a:ext cx="8216280" cy="62604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Practice</a:t>
            </a:r>
            <a:endParaRPr b="0" lang="en-GB" sz="2400" spc="-1" strike="noStrike">
              <a:solidFill>
                <a:srgbClr val="000000"/>
              </a:solidFill>
              <a:latin typeface="Arial"/>
            </a:endParaRPr>
          </a:p>
        </p:txBody>
      </p:sp>
      <p:sp>
        <p:nvSpPr>
          <p:cNvPr id="79" name="Google Shape;130;p 3"/>
          <p:cNvSpPr/>
          <p:nvPr/>
        </p:nvSpPr>
        <p:spPr>
          <a:xfrm>
            <a:off x="459360" y="929520"/>
            <a:ext cx="8216280" cy="277560"/>
          </a:xfrm>
          <a:prstGeom prst="rect">
            <a:avLst/>
          </a:prstGeom>
          <a:noFill/>
          <a:ln w="0">
            <a:noFill/>
          </a:ln>
        </p:spPr>
        <p:style>
          <a:lnRef idx="0"/>
          <a:fillRef idx="0"/>
          <a:effectRef idx="0"/>
          <a:fontRef idx="minor"/>
        </p:style>
        <p:txBody>
          <a:bodyPr lIns="0" rIns="0" tIns="0" bIns="0" anchor="t">
            <a:noAutofit/>
          </a:bodyPr>
          <a:p>
            <a:endParaRPr b="0" lang="en-GB" sz="1800" spc="-1" strike="noStrike">
              <a:solidFill>
                <a:srgbClr val="000000"/>
              </a:solidFill>
              <a:latin typeface="Arial"/>
            </a:endParaRPr>
          </a:p>
        </p:txBody>
      </p:sp>
      <p:sp>
        <p:nvSpPr>
          <p:cNvPr id="80" name="Google Shape;131;p 3"/>
          <p:cNvSpPr/>
          <p:nvPr/>
        </p:nvSpPr>
        <p:spPr>
          <a:xfrm>
            <a:off x="449640" y="1293480"/>
            <a:ext cx="8216280" cy="309528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400" spc="-1" strike="noStrike">
                <a:solidFill>
                  <a:schemeClr val="dk1"/>
                </a:solidFill>
                <a:highlight>
                  <a:srgbClr val="ffffff"/>
                </a:highlight>
                <a:latin typeface="Calibri"/>
                <a:ea typeface="Arial"/>
              </a:rPr>
              <a:t>1. Rehearse the presentation to refine the content delivery.</a:t>
            </a: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2. Have a test audience, if possible, to gain constructive feedback to identify the areas in need of improvements.</a:t>
            </a: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3. Undergo multiple refinement of the content and its delivery to ensure the effectiveness of the presentation as a whole. </a:t>
            </a:r>
            <a:endParaRPr b="0" lang="en-GB" sz="1400" spc="-1" strike="noStrike">
              <a:solidFill>
                <a:srgbClr val="000000"/>
              </a:solidFill>
              <a:latin typeface="Arial"/>
            </a:endParaRPr>
          </a:p>
        </p:txBody>
      </p:sp>
      <p:sp>
        <p:nvSpPr>
          <p:cNvPr id="81" name="PlaceHolder 2"/>
          <p:cNvSpPr>
            <a:spLocks noGrp="1"/>
          </p:cNvSpPr>
          <p:nvPr>
            <p:ph type="sldNum" idx="10"/>
          </p:nvPr>
        </p:nvSpPr>
        <p:spPr>
          <a:xfrm>
            <a:off x="8472240" y="4712760"/>
            <a:ext cx="547920" cy="2772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5A3580C6-89D7-4AD6-99C5-0D61C40406C3}"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PlaceHolder 1"/>
          <p:cNvSpPr>
            <a:spLocks noGrp="1"/>
          </p:cNvSpPr>
          <p:nvPr>
            <p:ph type="title"/>
          </p:nvPr>
        </p:nvSpPr>
        <p:spPr>
          <a:xfrm>
            <a:off x="456840" y="1069920"/>
            <a:ext cx="4767840" cy="2554560"/>
          </a:xfrm>
          <a:prstGeom prst="rect">
            <a:avLst/>
          </a:prstGeom>
          <a:noFill/>
          <a:ln w="0">
            <a:noFill/>
          </a:ln>
        </p:spPr>
        <p:txBody>
          <a:bodyPr lIns="0" rIns="0" tIns="0" bIns="0" anchor="t">
            <a:noAutofit/>
          </a:bodyPr>
          <a:p>
            <a:pPr indent="0">
              <a:lnSpc>
                <a:spcPct val="100000"/>
              </a:lnSpc>
              <a:buNone/>
              <a:tabLst>
                <a:tab algn="l" pos="0"/>
              </a:tabLst>
            </a:pPr>
            <a:r>
              <a:rPr b="0" lang="en" sz="4000" spc="-1" strike="noStrike">
                <a:solidFill>
                  <a:schemeClr val="accent1"/>
                </a:solidFill>
                <a:latin typeface="Calibri"/>
                <a:ea typeface="Calibri"/>
              </a:rPr>
              <a:t>Impact of </a:t>
            </a:r>
            <a:br>
              <a:rPr sz="4000"/>
            </a:br>
            <a:r>
              <a:rPr b="0" lang="en" sz="4000" spc="-1" strike="noStrike">
                <a:solidFill>
                  <a:schemeClr val="accent1"/>
                </a:solidFill>
                <a:latin typeface="Calibri"/>
                <a:ea typeface="Calibri"/>
              </a:rPr>
              <a:t>AI Technology</a:t>
            </a:r>
            <a:endParaRPr b="0" lang="en-GB" sz="4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 name="PlaceHolder 1"/>
          <p:cNvSpPr>
            <a:spLocks noGrp="1"/>
          </p:cNvSpPr>
          <p:nvPr>
            <p:ph type="title"/>
          </p:nvPr>
        </p:nvSpPr>
        <p:spPr>
          <a:xfrm>
            <a:off x="469440" y="287280"/>
            <a:ext cx="8216280" cy="626040"/>
          </a:xfrm>
          <a:prstGeom prst="rect">
            <a:avLst/>
          </a:prstGeom>
          <a:noFill/>
          <a:ln w="0">
            <a:noFill/>
          </a:ln>
        </p:spPr>
        <p:txBody>
          <a:bodyPr lIns="0" rIns="0" tIns="0" bIns="0" anchor="t">
            <a:noAutofit/>
          </a:bodyPr>
          <a:p>
            <a:pPr indent="0">
              <a:lnSpc>
                <a:spcPct val="100000"/>
              </a:lnSpc>
              <a:spcBef>
                <a:spcPts val="1191"/>
              </a:spcBef>
              <a:spcAft>
                <a:spcPts val="992"/>
              </a:spcAft>
              <a:buNone/>
              <a:tabLst>
                <a:tab algn="l" pos="0"/>
              </a:tabLst>
            </a:pPr>
            <a:r>
              <a:rPr b="1" lang="en-GB" sz="2400" spc="-1" strike="noStrike">
                <a:solidFill>
                  <a:schemeClr val="accent1"/>
                </a:solidFill>
                <a:latin typeface="Calibri"/>
                <a:ea typeface="Calibri"/>
              </a:rPr>
              <a:t>Objectives of the Presentation </a:t>
            </a:r>
            <a:endParaRPr b="0" lang="en-GB" sz="2400" spc="-1" strike="noStrike">
              <a:solidFill>
                <a:srgbClr val="000000"/>
              </a:solidFill>
              <a:latin typeface="Arial"/>
            </a:endParaRPr>
          </a:p>
        </p:txBody>
      </p:sp>
      <p:sp>
        <p:nvSpPr>
          <p:cNvPr id="84" name="Google Shape;130;p 4"/>
          <p:cNvSpPr/>
          <p:nvPr/>
        </p:nvSpPr>
        <p:spPr>
          <a:xfrm>
            <a:off x="459360" y="929520"/>
            <a:ext cx="8216280" cy="277560"/>
          </a:xfrm>
          <a:prstGeom prst="rect">
            <a:avLst/>
          </a:prstGeom>
          <a:noFill/>
          <a:ln w="0">
            <a:noFill/>
          </a:ln>
        </p:spPr>
        <p:style>
          <a:lnRef idx="0"/>
          <a:fillRef idx="0"/>
          <a:effectRef idx="0"/>
          <a:fontRef idx="minor"/>
        </p:style>
        <p:txBody>
          <a:bodyPr lIns="0" rIns="0" tIns="0" bIns="0" anchor="t">
            <a:noAutofit/>
          </a:bodyPr>
          <a:p>
            <a:endParaRPr b="0" lang="en-GB" sz="1800" spc="-1" strike="noStrike">
              <a:solidFill>
                <a:srgbClr val="000000"/>
              </a:solidFill>
              <a:latin typeface="Arial"/>
            </a:endParaRPr>
          </a:p>
        </p:txBody>
      </p:sp>
      <p:sp>
        <p:nvSpPr>
          <p:cNvPr id="85" name="Google Shape;131;p 4"/>
          <p:cNvSpPr/>
          <p:nvPr/>
        </p:nvSpPr>
        <p:spPr>
          <a:xfrm>
            <a:off x="449640" y="1293480"/>
            <a:ext cx="8216280" cy="309528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400" spc="-1" strike="noStrike">
                <a:solidFill>
                  <a:schemeClr val="dk1"/>
                </a:solidFill>
                <a:highlight>
                  <a:srgbClr val="ffffff"/>
                </a:highlight>
                <a:latin typeface="Calibri"/>
                <a:ea typeface="Arial"/>
              </a:rPr>
              <a:t>Understand AI's Role in Creativity: Explain how AI influences employee creativity, both positively and negatively.</a:t>
            </a:r>
            <a:endParaRPr b="0" lang="en-GB" sz="1400" spc="-1" strike="noStrike">
              <a:solidFill>
                <a:srgbClr val="000000"/>
              </a:solidFill>
              <a:latin typeface="Arial"/>
            </a:endParaRPr>
          </a:p>
          <a:p>
            <a:pPr>
              <a:lnSpc>
                <a:spcPct val="100000"/>
              </a:lnSpc>
            </a:pP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Highlight the Risks of Over-Reliance: Discuss potential pitfalls, such as diminished originality and ethical concerns.</a:t>
            </a:r>
            <a:endParaRPr b="0" lang="en-GB" sz="1400" spc="-1" strike="noStrike">
              <a:solidFill>
                <a:srgbClr val="000000"/>
              </a:solidFill>
              <a:latin typeface="Arial"/>
            </a:endParaRPr>
          </a:p>
          <a:p>
            <a:pPr>
              <a:lnSpc>
                <a:spcPct val="100000"/>
              </a:lnSpc>
            </a:pP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Emphasize AI as a Reference Tool: Advocate for AI’s use as a support system rather than a substitute for human innovation.</a:t>
            </a:r>
            <a:endParaRPr b="0" lang="en-GB" sz="1400" spc="-1" strike="noStrike">
              <a:solidFill>
                <a:srgbClr val="000000"/>
              </a:solidFill>
              <a:latin typeface="Arial"/>
            </a:endParaRPr>
          </a:p>
          <a:p>
            <a:pPr>
              <a:lnSpc>
                <a:spcPct val="100000"/>
              </a:lnSpc>
            </a:pP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Encourage a Balanced Approach: Explore strategies for integrating AI while preserving the unique value of human creativity.</a:t>
            </a:r>
            <a:endParaRPr b="0" lang="en-GB" sz="1400" spc="-1" strike="noStrike">
              <a:solidFill>
                <a:srgbClr val="000000"/>
              </a:solidFill>
              <a:latin typeface="Arial"/>
            </a:endParaRPr>
          </a:p>
          <a:p>
            <a:pPr>
              <a:lnSpc>
                <a:spcPct val="100000"/>
              </a:lnSpc>
            </a:pP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Foster Awareness &amp; Best Practices: Provide insights into responsible AI usage for sustaining originality in the workplace.</a:t>
            </a:r>
            <a:endParaRPr b="0" lang="en-GB" sz="1400" spc="-1" strike="noStrike">
              <a:solidFill>
                <a:srgbClr val="000000"/>
              </a:solidFill>
              <a:latin typeface="Arial"/>
            </a:endParaRPr>
          </a:p>
        </p:txBody>
      </p:sp>
      <p:sp>
        <p:nvSpPr>
          <p:cNvPr id="86" name="PlaceHolder 2"/>
          <p:cNvSpPr>
            <a:spLocks noGrp="1"/>
          </p:cNvSpPr>
          <p:nvPr>
            <p:ph type="sldNum" idx="11"/>
          </p:nvPr>
        </p:nvSpPr>
        <p:spPr>
          <a:xfrm>
            <a:off x="8472240" y="4712760"/>
            <a:ext cx="547920" cy="2772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962C6D9D-601F-4BCB-BCC2-028EB683D866}"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 name="PlaceHolder 1"/>
          <p:cNvSpPr>
            <a:spLocks noGrp="1"/>
          </p:cNvSpPr>
          <p:nvPr>
            <p:ph type="title"/>
          </p:nvPr>
        </p:nvSpPr>
        <p:spPr>
          <a:xfrm>
            <a:off x="469440" y="287280"/>
            <a:ext cx="8215920" cy="792720"/>
          </a:xfrm>
          <a:prstGeom prst="rect">
            <a:avLst/>
          </a:prstGeom>
          <a:noFill/>
          <a:ln w="0">
            <a:noFill/>
          </a:ln>
        </p:spPr>
        <p:txBody>
          <a:bodyPr lIns="0" rIns="0" tIns="0" bIns="0" anchor="t">
            <a:noAutofit/>
          </a:bodyPr>
          <a:p>
            <a:pPr indent="0">
              <a:lnSpc>
                <a:spcPct val="100000"/>
              </a:lnSpc>
              <a:spcBef>
                <a:spcPts val="1191"/>
              </a:spcBef>
              <a:spcAft>
                <a:spcPts val="992"/>
              </a:spcAft>
              <a:buNone/>
              <a:tabLst>
                <a:tab algn="l" pos="0"/>
              </a:tabLst>
            </a:pPr>
            <a:r>
              <a:rPr b="1" lang="en-GB" sz="2400" spc="-1" strike="noStrike">
                <a:solidFill>
                  <a:schemeClr val="accent1"/>
                </a:solidFill>
                <a:latin typeface="Calibri"/>
                <a:ea typeface="Calibri"/>
              </a:rPr>
              <a:t>AI &amp; Workplace Creativity: A Tool for Reference, Not Replacement </a:t>
            </a:r>
            <a:br>
              <a:rPr sz="2400"/>
            </a:br>
            <a:endParaRPr b="0" lang="en-GB" sz="2400" spc="-1" strike="noStrike">
              <a:solidFill>
                <a:srgbClr val="000000"/>
              </a:solidFill>
              <a:latin typeface="Arial"/>
            </a:endParaRPr>
          </a:p>
        </p:txBody>
      </p:sp>
      <p:sp>
        <p:nvSpPr>
          <p:cNvPr id="88" name="Google Shape;130;p 6"/>
          <p:cNvSpPr/>
          <p:nvPr/>
        </p:nvSpPr>
        <p:spPr>
          <a:xfrm>
            <a:off x="459360" y="1145520"/>
            <a:ext cx="8215920" cy="27720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800" spc="-1" strike="noStrike">
                <a:solidFill>
                  <a:srgbClr val="000000"/>
                </a:solidFill>
                <a:latin typeface="Calibri"/>
                <a:ea typeface="Arial"/>
              </a:rPr>
              <a:t>Introduction</a:t>
            </a:r>
            <a:endParaRPr b="0" lang="en-GB" sz="1800" spc="-1" strike="noStrike">
              <a:solidFill>
                <a:srgbClr val="000000"/>
              </a:solidFill>
              <a:latin typeface="Arial"/>
            </a:endParaRPr>
          </a:p>
        </p:txBody>
      </p:sp>
      <p:sp>
        <p:nvSpPr>
          <p:cNvPr id="89" name="Google Shape;131;p 6"/>
          <p:cNvSpPr/>
          <p:nvPr/>
        </p:nvSpPr>
        <p:spPr>
          <a:xfrm>
            <a:off x="449640" y="1581480"/>
            <a:ext cx="8215920" cy="309492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0" lang="en-US" sz="1400" spc="-1" strike="noStrike">
                <a:solidFill>
                  <a:schemeClr val="dk1"/>
                </a:solidFill>
                <a:highlight>
                  <a:srgbClr val="ffffff"/>
                </a:highlight>
                <a:latin typeface="Calibri"/>
                <a:ea typeface="Arial"/>
              </a:rPr>
              <a:t>Artificial Intelligence (AI) has transformed workplaces by automating tasks, analyzing data, and assisting with decision-making. AI tools such as chatbots, content generators, and predictive analytics are widely used in industries like marketing, design, research, and software development. </a:t>
            </a:r>
            <a:endParaRPr b="0" lang="en-GB" sz="1400" spc="-1" strike="noStrike">
              <a:solidFill>
                <a:srgbClr val="000000"/>
              </a:solidFill>
              <a:latin typeface="Arial"/>
            </a:endParaRPr>
          </a:p>
        </p:txBody>
      </p:sp>
      <p:sp>
        <p:nvSpPr>
          <p:cNvPr id="90" name="PlaceHolder 2"/>
          <p:cNvSpPr>
            <a:spLocks noGrp="1"/>
          </p:cNvSpPr>
          <p:nvPr>
            <p:ph type="sldNum" idx="12"/>
          </p:nvPr>
        </p:nvSpPr>
        <p:spPr>
          <a:xfrm>
            <a:off x="8472240" y="4712760"/>
            <a:ext cx="547560" cy="27684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BC97C9A8-5305-45B1-BFBA-71DD18EB3561}"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pic>
        <p:nvPicPr>
          <p:cNvPr id="91" name="" descr=""/>
          <p:cNvPicPr/>
          <p:nvPr/>
        </p:nvPicPr>
        <p:blipFill>
          <a:blip r:embed="rId1"/>
          <a:stretch/>
        </p:blipFill>
        <p:spPr>
          <a:xfrm>
            <a:off x="2891160" y="2405160"/>
            <a:ext cx="3361680" cy="2271240"/>
          </a:xfrm>
          <a:prstGeom prst="rect">
            <a:avLst/>
          </a:prstGeom>
          <a:ln w="0">
            <a:noFill/>
          </a:ln>
        </p:spPr>
      </p:pic>
      <p:pic>
        <p:nvPicPr>
          <p:cNvPr id="92" name="Picture 9" descr=""/>
          <p:cNvPicPr/>
          <p:nvPr/>
        </p:nvPicPr>
        <p:blipFill>
          <a:blip r:embed="rId2"/>
          <a:stretch/>
        </p:blipFill>
        <p:spPr>
          <a:xfrm rot="16200000">
            <a:off x="4204080" y="2652840"/>
            <a:ext cx="738360" cy="3352320"/>
          </a:xfrm>
          <a:prstGeom prst="rect">
            <a:avLst/>
          </a:prstGeom>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3" name="" descr=""/>
          <p:cNvPicPr/>
          <p:nvPr/>
        </p:nvPicPr>
        <p:blipFill>
          <a:blip r:embed="rId1"/>
          <a:srcRect l="28006" t="0" r="26520" b="0"/>
          <a:stretch/>
        </p:blipFill>
        <p:spPr>
          <a:xfrm>
            <a:off x="4824000" y="15480"/>
            <a:ext cx="4319640" cy="5129640"/>
          </a:xfrm>
          <a:prstGeom prst="rect">
            <a:avLst/>
          </a:prstGeom>
          <a:ln w="0">
            <a:noFill/>
          </a:ln>
        </p:spPr>
      </p:pic>
      <p:sp>
        <p:nvSpPr>
          <p:cNvPr id="94" name="PlaceHolder 1"/>
          <p:cNvSpPr>
            <a:spLocks noGrp="1"/>
          </p:cNvSpPr>
          <p:nvPr>
            <p:ph type="sldNum" idx="13"/>
          </p:nvPr>
        </p:nvSpPr>
        <p:spPr>
          <a:xfrm>
            <a:off x="8472240" y="4712760"/>
            <a:ext cx="547560" cy="27684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1DBE683E-F88E-4516-8317-0AD1F9714761}"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95" name="PlaceHolder 2"/>
          <p:cNvSpPr>
            <a:spLocks noGrp="1"/>
          </p:cNvSpPr>
          <p:nvPr>
            <p:ph type="title"/>
          </p:nvPr>
        </p:nvSpPr>
        <p:spPr>
          <a:xfrm>
            <a:off x="469440" y="287280"/>
            <a:ext cx="4283280" cy="625680"/>
          </a:xfrm>
          <a:prstGeom prst="rect">
            <a:avLst/>
          </a:prstGeom>
          <a:noFill/>
          <a:ln w="0">
            <a:noFill/>
          </a:ln>
        </p:spPr>
        <p:txBody>
          <a:bodyPr lIns="0" rIns="0" tIns="0" bIns="0" anchor="ctr">
            <a:noAutofit/>
          </a:bodyPr>
          <a:p>
            <a:pPr indent="0">
              <a:lnSpc>
                <a:spcPct val="100000"/>
              </a:lnSpc>
              <a:buNone/>
              <a:tabLst>
                <a:tab algn="l" pos="0"/>
              </a:tabLst>
            </a:pPr>
            <a:r>
              <a:rPr b="1" lang="en-GB" sz="2400" spc="-1" strike="noStrike">
                <a:solidFill>
                  <a:schemeClr val="accent1"/>
                </a:solidFill>
                <a:latin typeface="Calibri"/>
                <a:ea typeface="Calibri"/>
              </a:rPr>
              <a:t>AI &amp; Workplace Creativity: A Tool for Reference, Not Replacement </a:t>
            </a:r>
            <a:endParaRPr b="0" lang="en-GB" sz="2400" spc="-1" strike="noStrike">
              <a:solidFill>
                <a:srgbClr val="000000"/>
              </a:solidFill>
              <a:latin typeface="Arial"/>
            </a:endParaRPr>
          </a:p>
        </p:txBody>
      </p:sp>
      <p:sp>
        <p:nvSpPr>
          <p:cNvPr id="96" name="Google Shape;158;p 2"/>
          <p:cNvSpPr/>
          <p:nvPr/>
        </p:nvSpPr>
        <p:spPr>
          <a:xfrm>
            <a:off x="459720" y="1081800"/>
            <a:ext cx="3755880" cy="27720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800" spc="-1" strike="noStrike">
                <a:solidFill>
                  <a:schemeClr val="dk1"/>
                </a:solidFill>
                <a:latin typeface="Calibri"/>
                <a:ea typeface="Arial"/>
              </a:rPr>
              <a:t>The Creativity Debate </a:t>
            </a:r>
            <a:endParaRPr b="0" lang="en-GB" sz="1800" spc="-1" strike="noStrike">
              <a:solidFill>
                <a:srgbClr val="000000"/>
              </a:solidFill>
              <a:latin typeface="Arial"/>
            </a:endParaRPr>
          </a:p>
        </p:txBody>
      </p:sp>
      <p:sp>
        <p:nvSpPr>
          <p:cNvPr id="97" name="Google Shape;159;p 2"/>
          <p:cNvSpPr/>
          <p:nvPr/>
        </p:nvSpPr>
        <p:spPr>
          <a:xfrm>
            <a:off x="461520" y="1636200"/>
            <a:ext cx="3851280" cy="280188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0" lang="en-US" sz="1400" spc="-1" strike="noStrike">
                <a:solidFill>
                  <a:schemeClr val="dk1"/>
                </a:solidFill>
                <a:latin typeface="Calibri"/>
                <a:ea typeface="Arial"/>
              </a:rPr>
              <a:t>While AI boosts efficiency, its role in creativity remains controversial. Some believe AI enhances creativity by providing inspiration and reducing workload, while others argue that AI diminishes originality by making employees dependent on machine-generated ideas.</a:t>
            </a:r>
            <a:endParaRPr b="0" lang="en-GB" sz="1400" spc="-1" strike="noStrike">
              <a:solidFill>
                <a:srgbClr val="000000"/>
              </a:solidFill>
              <a:latin typeface="Arial"/>
            </a:endParaRPr>
          </a:p>
          <a:p>
            <a:pPr>
              <a:lnSpc>
                <a:spcPct val="100000"/>
              </a:lnSpc>
              <a:spcAft>
                <a:spcPts val="400"/>
              </a:spcAft>
            </a:pPr>
            <a:r>
              <a:rPr b="0" lang="en-US" sz="1400" spc="-1" strike="noStrike">
                <a:solidFill>
                  <a:schemeClr val="dk1"/>
                </a:solidFill>
                <a:latin typeface="Calibri"/>
                <a:ea typeface="Arial"/>
              </a:rPr>
              <a:t>This presentation explores how AI affects workplace creativity and why it should be viewed as a reference tool rather than a replacement for human ingenuity.</a:t>
            </a:r>
            <a:endParaRPr b="0" lang="en-GB"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 name="PlaceHolder 1"/>
          <p:cNvSpPr>
            <a:spLocks noGrp="1"/>
          </p:cNvSpPr>
          <p:nvPr>
            <p:ph type="title"/>
          </p:nvPr>
        </p:nvSpPr>
        <p:spPr>
          <a:xfrm>
            <a:off x="469440" y="287280"/>
            <a:ext cx="8215920" cy="625680"/>
          </a:xfrm>
          <a:prstGeom prst="rect">
            <a:avLst/>
          </a:prstGeom>
          <a:noFill/>
          <a:ln w="0">
            <a:noFill/>
          </a:ln>
        </p:spPr>
        <p:txBody>
          <a:bodyPr lIns="0" rIns="0" tIns="0" bIns="0" anchor="t">
            <a:noAutofit/>
          </a:bodyPr>
          <a:p>
            <a:pPr indent="0">
              <a:lnSpc>
                <a:spcPct val="100000"/>
              </a:lnSpc>
              <a:spcBef>
                <a:spcPts val="1191"/>
              </a:spcBef>
              <a:spcAft>
                <a:spcPts val="992"/>
              </a:spcAft>
              <a:buNone/>
              <a:tabLst>
                <a:tab algn="l" pos="0"/>
              </a:tabLst>
            </a:pPr>
            <a:r>
              <a:rPr b="1" lang="en-GB" sz="2400" spc="-1" strike="noStrike">
                <a:solidFill>
                  <a:schemeClr val="accent1"/>
                </a:solidFill>
                <a:latin typeface="Calibri"/>
                <a:ea typeface="Calibri"/>
              </a:rPr>
              <a:t>AI’s Positive Impact on Employee Creativity </a:t>
            </a:r>
            <a:endParaRPr b="0" lang="en-GB" sz="2400" spc="-1" strike="noStrike">
              <a:solidFill>
                <a:srgbClr val="000000"/>
              </a:solidFill>
              <a:latin typeface="Arial"/>
            </a:endParaRPr>
          </a:p>
        </p:txBody>
      </p:sp>
      <p:sp>
        <p:nvSpPr>
          <p:cNvPr id="99" name="Google Shape;138;p 2"/>
          <p:cNvSpPr/>
          <p:nvPr/>
        </p:nvSpPr>
        <p:spPr>
          <a:xfrm>
            <a:off x="455760" y="903960"/>
            <a:ext cx="3999960" cy="29700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800" spc="-1" strike="noStrike">
                <a:solidFill>
                  <a:schemeClr val="dk1"/>
                </a:solidFill>
                <a:latin typeface="Calibri"/>
                <a:ea typeface="Arial"/>
              </a:rPr>
              <a:t>AI as a Brainstorming Assistant </a:t>
            </a:r>
            <a:endParaRPr b="0" lang="en-GB" sz="1800" spc="-1" strike="noStrike">
              <a:solidFill>
                <a:srgbClr val="000000"/>
              </a:solidFill>
              <a:latin typeface="Arial"/>
            </a:endParaRPr>
          </a:p>
        </p:txBody>
      </p:sp>
      <p:sp>
        <p:nvSpPr>
          <p:cNvPr id="100" name="Google Shape;139;p 2"/>
          <p:cNvSpPr/>
          <p:nvPr/>
        </p:nvSpPr>
        <p:spPr>
          <a:xfrm>
            <a:off x="457560" y="1292040"/>
            <a:ext cx="3851640" cy="289800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0" lang="en-US" sz="1400" spc="-1" strike="noStrike">
                <a:solidFill>
                  <a:schemeClr val="dk1"/>
                </a:solidFill>
                <a:latin typeface="Calibri"/>
                <a:ea typeface="Arial"/>
              </a:rPr>
              <a:t>AI-powered tools, such as ChatGPT or Idea Generators, can suggest concepts, helping employees overcome creative blocks.</a:t>
            </a:r>
            <a:endParaRPr b="0" lang="en-GB" sz="1400" spc="-1" strike="noStrike">
              <a:solidFill>
                <a:srgbClr val="000000"/>
              </a:solidFill>
              <a:latin typeface="Arial"/>
            </a:endParaRPr>
          </a:p>
          <a:p>
            <a:pPr>
              <a:lnSpc>
                <a:spcPct val="100000"/>
              </a:lnSpc>
              <a:spcAft>
                <a:spcPts val="400"/>
              </a:spcAft>
            </a:pPr>
            <a:endParaRPr b="0" lang="en-GB" sz="1400" spc="-1" strike="noStrike">
              <a:solidFill>
                <a:srgbClr val="000000"/>
              </a:solidFill>
              <a:latin typeface="Arial"/>
            </a:endParaRPr>
          </a:p>
          <a:p>
            <a:pPr>
              <a:lnSpc>
                <a:spcPct val="100000"/>
              </a:lnSpc>
              <a:spcAft>
                <a:spcPts val="400"/>
              </a:spcAft>
            </a:pPr>
            <a:r>
              <a:rPr b="0" lang="en-US" sz="1400" spc="-1" strike="noStrike">
                <a:solidFill>
                  <a:schemeClr val="dk1"/>
                </a:solidFill>
                <a:latin typeface="Calibri"/>
                <a:ea typeface="Arial"/>
              </a:rPr>
              <a:t>Example: An AI tool might generate headline ideas for a marketing campaign, sparking new possibilities.</a:t>
            </a:r>
            <a:endParaRPr b="0" lang="en-GB" sz="1400" spc="-1" strike="noStrike">
              <a:solidFill>
                <a:srgbClr val="000000"/>
              </a:solidFill>
              <a:latin typeface="Arial"/>
            </a:endParaRPr>
          </a:p>
        </p:txBody>
      </p:sp>
      <p:sp>
        <p:nvSpPr>
          <p:cNvPr id="101" name="Google Shape;140;p 2"/>
          <p:cNvSpPr/>
          <p:nvPr/>
        </p:nvSpPr>
        <p:spPr>
          <a:xfrm>
            <a:off x="4842720" y="929520"/>
            <a:ext cx="3756240" cy="27720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800" spc="-1" strike="noStrike">
                <a:solidFill>
                  <a:schemeClr val="dk1"/>
                </a:solidFill>
                <a:latin typeface="Calibri"/>
                <a:ea typeface="Arial"/>
              </a:rPr>
              <a:t>AI Automates Routine Work </a:t>
            </a:r>
            <a:endParaRPr b="0" lang="en-GB" sz="1800" spc="-1" strike="noStrike">
              <a:solidFill>
                <a:srgbClr val="000000"/>
              </a:solidFill>
              <a:latin typeface="Arial"/>
            </a:endParaRPr>
          </a:p>
        </p:txBody>
      </p:sp>
      <p:sp>
        <p:nvSpPr>
          <p:cNvPr id="102" name="Google Shape;141;p 2"/>
          <p:cNvSpPr/>
          <p:nvPr/>
        </p:nvSpPr>
        <p:spPr>
          <a:xfrm>
            <a:off x="4837320" y="1289520"/>
            <a:ext cx="3771360" cy="309888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0" lang="en-US" sz="1400" spc="-1" strike="noStrike">
                <a:solidFill>
                  <a:schemeClr val="dk1"/>
                </a:solidFill>
                <a:latin typeface="Calibri"/>
                <a:ea typeface="Arial"/>
              </a:rPr>
              <a:t>AI handles repetitive administrative tasks, allowing employees to focus on high-value creative work.</a:t>
            </a:r>
            <a:endParaRPr b="0" lang="en-GB" sz="1400" spc="-1" strike="noStrike">
              <a:solidFill>
                <a:srgbClr val="000000"/>
              </a:solidFill>
              <a:latin typeface="Arial"/>
            </a:endParaRPr>
          </a:p>
          <a:p>
            <a:pPr>
              <a:lnSpc>
                <a:spcPct val="100000"/>
              </a:lnSpc>
              <a:spcAft>
                <a:spcPts val="400"/>
              </a:spcAft>
            </a:pPr>
            <a:endParaRPr b="0" lang="en-GB" sz="1400" spc="-1" strike="noStrike">
              <a:solidFill>
                <a:srgbClr val="000000"/>
              </a:solidFill>
              <a:latin typeface="Arial"/>
            </a:endParaRPr>
          </a:p>
          <a:p>
            <a:pPr>
              <a:lnSpc>
                <a:spcPct val="100000"/>
              </a:lnSpc>
              <a:spcAft>
                <a:spcPts val="400"/>
              </a:spcAft>
            </a:pPr>
            <a:r>
              <a:rPr b="0" lang="en-US" sz="1400" spc="-1" strike="noStrike">
                <a:solidFill>
                  <a:schemeClr val="dk1"/>
                </a:solidFill>
                <a:latin typeface="Calibri"/>
                <a:ea typeface="Arial"/>
              </a:rPr>
              <a:t>Example: AI automates data collection and report generation, giving employees more time for design, storytelling, and innovation.</a:t>
            </a:r>
            <a:endParaRPr b="0" lang="en-GB" sz="1400" spc="-1" strike="noStrike">
              <a:solidFill>
                <a:srgbClr val="000000"/>
              </a:solidFill>
              <a:latin typeface="Arial"/>
            </a:endParaRPr>
          </a:p>
        </p:txBody>
      </p:sp>
      <p:sp>
        <p:nvSpPr>
          <p:cNvPr id="103" name="PlaceHolder 2"/>
          <p:cNvSpPr>
            <a:spLocks noGrp="1"/>
          </p:cNvSpPr>
          <p:nvPr>
            <p:ph type="sldNum" idx="14"/>
          </p:nvPr>
        </p:nvSpPr>
        <p:spPr>
          <a:xfrm>
            <a:off x="8472240" y="4712760"/>
            <a:ext cx="547560" cy="27684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D284DD7E-5D26-4364-9BD0-0EAE653AD94D}"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 name="PlaceHolder 1"/>
          <p:cNvSpPr>
            <a:spLocks noGrp="1"/>
          </p:cNvSpPr>
          <p:nvPr>
            <p:ph type="title"/>
          </p:nvPr>
        </p:nvSpPr>
        <p:spPr>
          <a:xfrm>
            <a:off x="469440" y="287280"/>
            <a:ext cx="8215920" cy="625680"/>
          </a:xfrm>
          <a:prstGeom prst="rect">
            <a:avLst/>
          </a:prstGeom>
          <a:noFill/>
          <a:ln w="0">
            <a:noFill/>
          </a:ln>
        </p:spPr>
        <p:txBody>
          <a:bodyPr lIns="0" rIns="0" tIns="0" bIns="0" anchor="t">
            <a:noAutofit/>
          </a:bodyPr>
          <a:p>
            <a:pPr indent="0">
              <a:lnSpc>
                <a:spcPct val="100000"/>
              </a:lnSpc>
              <a:spcBef>
                <a:spcPts val="1191"/>
              </a:spcBef>
              <a:spcAft>
                <a:spcPts val="992"/>
              </a:spcAft>
              <a:buNone/>
              <a:tabLst>
                <a:tab algn="l" pos="0"/>
              </a:tabLst>
            </a:pPr>
            <a:r>
              <a:rPr b="1" lang="en-GB" sz="2400" spc="-1" strike="noStrike">
                <a:solidFill>
                  <a:schemeClr val="accent1"/>
                </a:solidFill>
                <a:latin typeface="Calibri"/>
                <a:ea typeface="Calibri"/>
              </a:rPr>
              <a:t>AI’s Positive Impact on Employee Creativity </a:t>
            </a:r>
            <a:endParaRPr b="0" lang="en-GB" sz="2400" spc="-1" strike="noStrike">
              <a:solidFill>
                <a:srgbClr val="000000"/>
              </a:solidFill>
              <a:latin typeface="Arial"/>
            </a:endParaRPr>
          </a:p>
        </p:txBody>
      </p:sp>
      <p:sp>
        <p:nvSpPr>
          <p:cNvPr id="105" name="Google Shape;138;p 3"/>
          <p:cNvSpPr/>
          <p:nvPr/>
        </p:nvSpPr>
        <p:spPr>
          <a:xfrm>
            <a:off x="455760" y="903960"/>
            <a:ext cx="3999960" cy="29700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800" spc="-1" strike="noStrike">
                <a:solidFill>
                  <a:schemeClr val="dk1"/>
                </a:solidFill>
                <a:latin typeface="Calibri"/>
                <a:ea typeface="Arial"/>
              </a:rPr>
              <a:t>AI Provides Data-Driven Insights</a:t>
            </a:r>
            <a:endParaRPr b="0" lang="en-GB" sz="1800" spc="-1" strike="noStrike">
              <a:solidFill>
                <a:srgbClr val="000000"/>
              </a:solidFill>
              <a:latin typeface="Arial"/>
            </a:endParaRPr>
          </a:p>
        </p:txBody>
      </p:sp>
      <p:sp>
        <p:nvSpPr>
          <p:cNvPr id="106" name="Google Shape;139;p 3"/>
          <p:cNvSpPr/>
          <p:nvPr/>
        </p:nvSpPr>
        <p:spPr>
          <a:xfrm>
            <a:off x="457560" y="1292040"/>
            <a:ext cx="3851640" cy="289800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0" lang="en-US" sz="1400" spc="-1" strike="noStrike">
                <a:solidFill>
                  <a:schemeClr val="dk1"/>
                </a:solidFill>
                <a:latin typeface="Calibri"/>
                <a:ea typeface="Arial"/>
              </a:rPr>
              <a:t>AI analyzes trends, offering valuable insights that shape creative decision-making.</a:t>
            </a:r>
            <a:endParaRPr b="0" lang="en-GB" sz="1400" spc="-1" strike="noStrike">
              <a:solidFill>
                <a:srgbClr val="000000"/>
              </a:solidFill>
              <a:latin typeface="Arial"/>
            </a:endParaRPr>
          </a:p>
          <a:p>
            <a:pPr>
              <a:lnSpc>
                <a:spcPct val="100000"/>
              </a:lnSpc>
              <a:spcAft>
                <a:spcPts val="400"/>
              </a:spcAft>
            </a:pPr>
            <a:endParaRPr b="0" lang="en-GB" sz="1400" spc="-1" strike="noStrike">
              <a:solidFill>
                <a:srgbClr val="000000"/>
              </a:solidFill>
              <a:latin typeface="Arial"/>
            </a:endParaRPr>
          </a:p>
          <a:p>
            <a:pPr>
              <a:lnSpc>
                <a:spcPct val="100000"/>
              </a:lnSpc>
              <a:spcAft>
                <a:spcPts val="400"/>
              </a:spcAft>
            </a:pPr>
            <a:r>
              <a:rPr b="0" lang="en-US" sz="1400" spc="-1" strike="noStrike">
                <a:solidFill>
                  <a:schemeClr val="dk1"/>
                </a:solidFill>
                <a:latin typeface="Calibri"/>
                <a:ea typeface="Arial"/>
              </a:rPr>
              <a:t>Example: AI-powered analytics can predict consumer behavior, helping advertisers craft more engaging campaigns.</a:t>
            </a:r>
            <a:endParaRPr b="0" lang="en-GB" sz="1400" spc="-1" strike="noStrike">
              <a:solidFill>
                <a:srgbClr val="000000"/>
              </a:solidFill>
              <a:latin typeface="Arial"/>
            </a:endParaRPr>
          </a:p>
        </p:txBody>
      </p:sp>
      <p:sp>
        <p:nvSpPr>
          <p:cNvPr id="107" name="Google Shape;140;p 3"/>
          <p:cNvSpPr/>
          <p:nvPr/>
        </p:nvSpPr>
        <p:spPr>
          <a:xfrm>
            <a:off x="4842720" y="929520"/>
            <a:ext cx="3756240" cy="27720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800" spc="-1" strike="noStrike">
                <a:solidFill>
                  <a:schemeClr val="dk1"/>
                </a:solidFill>
                <a:latin typeface="Calibri"/>
                <a:ea typeface="Arial"/>
              </a:rPr>
              <a:t>Facilitates Collaboration</a:t>
            </a:r>
            <a:endParaRPr b="0" lang="en-GB" sz="1800" spc="-1" strike="noStrike">
              <a:solidFill>
                <a:srgbClr val="000000"/>
              </a:solidFill>
              <a:latin typeface="Arial"/>
            </a:endParaRPr>
          </a:p>
        </p:txBody>
      </p:sp>
      <p:sp>
        <p:nvSpPr>
          <p:cNvPr id="108" name="Google Shape;141;p 3"/>
          <p:cNvSpPr/>
          <p:nvPr/>
        </p:nvSpPr>
        <p:spPr>
          <a:xfrm>
            <a:off x="4837320" y="1289520"/>
            <a:ext cx="3771360" cy="309888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0" lang="en-US" sz="1400" spc="-1" strike="noStrike">
                <a:solidFill>
                  <a:schemeClr val="dk1"/>
                </a:solidFill>
                <a:latin typeface="Calibri"/>
                <a:ea typeface="Arial"/>
              </a:rPr>
              <a:t>AI can assist team discussions by generating suggestions or organizing ideas efficiently, improving group creativity.</a:t>
            </a:r>
            <a:endParaRPr b="0" lang="en-GB" sz="1400" spc="-1" strike="noStrike">
              <a:solidFill>
                <a:srgbClr val="000000"/>
              </a:solidFill>
              <a:latin typeface="Arial"/>
            </a:endParaRPr>
          </a:p>
        </p:txBody>
      </p:sp>
      <p:sp>
        <p:nvSpPr>
          <p:cNvPr id="109" name="PlaceHolder 2"/>
          <p:cNvSpPr>
            <a:spLocks noGrp="1"/>
          </p:cNvSpPr>
          <p:nvPr>
            <p:ph type="sldNum" idx="15"/>
          </p:nvPr>
        </p:nvSpPr>
        <p:spPr>
          <a:xfrm>
            <a:off x="8472240" y="4712760"/>
            <a:ext cx="547560" cy="27684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FD9EBDCE-0CA3-43DC-9AFC-4D20358F938D}"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 name="PlaceHolder 1"/>
          <p:cNvSpPr>
            <a:spLocks noGrp="1"/>
          </p:cNvSpPr>
          <p:nvPr>
            <p:ph type="title"/>
          </p:nvPr>
        </p:nvSpPr>
        <p:spPr>
          <a:xfrm>
            <a:off x="469440" y="287280"/>
            <a:ext cx="8215920" cy="625680"/>
          </a:xfrm>
          <a:prstGeom prst="rect">
            <a:avLst/>
          </a:prstGeom>
          <a:noFill/>
          <a:ln w="0">
            <a:noFill/>
          </a:ln>
        </p:spPr>
        <p:txBody>
          <a:bodyPr lIns="0" rIns="0" tIns="0" bIns="0" anchor="t">
            <a:noAutofit/>
          </a:bodyPr>
          <a:p>
            <a:pPr indent="0">
              <a:lnSpc>
                <a:spcPct val="100000"/>
              </a:lnSpc>
              <a:spcBef>
                <a:spcPts val="1191"/>
              </a:spcBef>
              <a:spcAft>
                <a:spcPts val="992"/>
              </a:spcAft>
              <a:buNone/>
              <a:tabLst>
                <a:tab algn="l" pos="0"/>
              </a:tabLst>
            </a:pPr>
            <a:r>
              <a:rPr b="1" lang="en-GB" sz="2400" spc="-1" strike="noStrike">
                <a:solidFill>
                  <a:schemeClr val="accent1"/>
                </a:solidFill>
                <a:latin typeface="Calibri"/>
                <a:ea typeface="Calibri"/>
              </a:rPr>
              <a:t>Challenges &amp; Risks of AI in Creativity</a:t>
            </a:r>
            <a:endParaRPr b="0" lang="en-GB" sz="2400" spc="-1" strike="noStrike">
              <a:solidFill>
                <a:srgbClr val="000000"/>
              </a:solidFill>
              <a:latin typeface="Arial"/>
            </a:endParaRPr>
          </a:p>
        </p:txBody>
      </p:sp>
      <p:sp>
        <p:nvSpPr>
          <p:cNvPr id="111" name="Google Shape;138;p 4"/>
          <p:cNvSpPr/>
          <p:nvPr/>
        </p:nvSpPr>
        <p:spPr>
          <a:xfrm>
            <a:off x="455760" y="903960"/>
            <a:ext cx="3999960" cy="29700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800" spc="-1" strike="noStrike">
                <a:solidFill>
                  <a:schemeClr val="dk1"/>
                </a:solidFill>
                <a:latin typeface="Calibri"/>
                <a:ea typeface="Arial"/>
              </a:rPr>
              <a:t>Over-Reliance on AI</a:t>
            </a:r>
            <a:endParaRPr b="0" lang="en-GB" sz="1800" spc="-1" strike="noStrike">
              <a:solidFill>
                <a:srgbClr val="000000"/>
              </a:solidFill>
              <a:latin typeface="Arial"/>
            </a:endParaRPr>
          </a:p>
        </p:txBody>
      </p:sp>
      <p:sp>
        <p:nvSpPr>
          <p:cNvPr id="112" name="Google Shape;139;p 4"/>
          <p:cNvSpPr/>
          <p:nvPr/>
        </p:nvSpPr>
        <p:spPr>
          <a:xfrm>
            <a:off x="457560" y="1292040"/>
            <a:ext cx="3851640" cy="289800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0" lang="en-US" sz="1400" spc="-1" strike="noStrike">
                <a:solidFill>
                  <a:schemeClr val="dk1"/>
                </a:solidFill>
                <a:latin typeface="Calibri"/>
                <a:ea typeface="Arial"/>
              </a:rPr>
              <a:t>Employees may depend on AI-generated solutions without questioning or refining them.</a:t>
            </a:r>
            <a:endParaRPr b="0" lang="en-GB" sz="1400" spc="-1" strike="noStrike">
              <a:solidFill>
                <a:srgbClr val="000000"/>
              </a:solidFill>
              <a:latin typeface="Arial"/>
            </a:endParaRPr>
          </a:p>
          <a:p>
            <a:pPr>
              <a:lnSpc>
                <a:spcPct val="100000"/>
              </a:lnSpc>
              <a:spcAft>
                <a:spcPts val="400"/>
              </a:spcAft>
            </a:pPr>
            <a:endParaRPr b="0" lang="en-GB" sz="1400" spc="-1" strike="noStrike">
              <a:solidFill>
                <a:srgbClr val="000000"/>
              </a:solidFill>
              <a:latin typeface="Arial"/>
            </a:endParaRPr>
          </a:p>
          <a:p>
            <a:pPr>
              <a:lnSpc>
                <a:spcPct val="100000"/>
              </a:lnSpc>
              <a:spcAft>
                <a:spcPts val="400"/>
              </a:spcAft>
            </a:pPr>
            <a:r>
              <a:rPr b="0" lang="en-US" sz="1400" spc="-1" strike="noStrike">
                <a:solidFill>
                  <a:schemeClr val="dk1"/>
                </a:solidFill>
                <a:latin typeface="Calibri"/>
                <a:ea typeface="Arial"/>
              </a:rPr>
              <a:t>Example: Writers may use AI-generated articles without adding their own perspectives, leading to generic, uninspired content.</a:t>
            </a:r>
            <a:endParaRPr b="0" lang="en-GB" sz="1400" spc="-1" strike="noStrike">
              <a:solidFill>
                <a:srgbClr val="000000"/>
              </a:solidFill>
              <a:latin typeface="Arial"/>
            </a:endParaRPr>
          </a:p>
        </p:txBody>
      </p:sp>
      <p:sp>
        <p:nvSpPr>
          <p:cNvPr id="113" name="Google Shape;140;p 4"/>
          <p:cNvSpPr/>
          <p:nvPr/>
        </p:nvSpPr>
        <p:spPr>
          <a:xfrm>
            <a:off x="4842720" y="929520"/>
            <a:ext cx="3756240" cy="27720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800" spc="-1" strike="noStrike">
                <a:solidFill>
                  <a:schemeClr val="dk1"/>
                </a:solidFill>
                <a:latin typeface="Calibri"/>
                <a:ea typeface="Arial"/>
              </a:rPr>
              <a:t>Loss of Human Touch &amp; Intuition</a:t>
            </a:r>
            <a:endParaRPr b="0" lang="en-GB" sz="1800" spc="-1" strike="noStrike">
              <a:solidFill>
                <a:srgbClr val="000000"/>
              </a:solidFill>
              <a:latin typeface="Arial"/>
            </a:endParaRPr>
          </a:p>
        </p:txBody>
      </p:sp>
      <p:sp>
        <p:nvSpPr>
          <p:cNvPr id="114" name="Google Shape;141;p 4"/>
          <p:cNvSpPr/>
          <p:nvPr/>
        </p:nvSpPr>
        <p:spPr>
          <a:xfrm>
            <a:off x="4837320" y="1289520"/>
            <a:ext cx="3771360" cy="309888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0" lang="en-US" sz="1400" spc="-1" strike="noStrike">
                <a:solidFill>
                  <a:schemeClr val="dk1"/>
                </a:solidFill>
                <a:latin typeface="Calibri"/>
                <a:ea typeface="Arial"/>
              </a:rPr>
              <a:t>AI lacks emotion, intuition, and unique human experience—essential components of creativity.</a:t>
            </a:r>
            <a:endParaRPr b="0" lang="en-GB" sz="1400" spc="-1" strike="noStrike">
              <a:solidFill>
                <a:srgbClr val="000000"/>
              </a:solidFill>
              <a:latin typeface="Arial"/>
            </a:endParaRPr>
          </a:p>
          <a:p>
            <a:pPr>
              <a:lnSpc>
                <a:spcPct val="100000"/>
              </a:lnSpc>
              <a:spcAft>
                <a:spcPts val="400"/>
              </a:spcAft>
            </a:pPr>
            <a:endParaRPr b="0" lang="en-GB" sz="1400" spc="-1" strike="noStrike">
              <a:solidFill>
                <a:srgbClr val="000000"/>
              </a:solidFill>
              <a:latin typeface="Arial"/>
            </a:endParaRPr>
          </a:p>
          <a:p>
            <a:pPr>
              <a:lnSpc>
                <a:spcPct val="100000"/>
              </a:lnSpc>
              <a:spcAft>
                <a:spcPts val="400"/>
              </a:spcAft>
            </a:pPr>
            <a:r>
              <a:rPr b="0" lang="en-US" sz="1400" spc="-1" strike="noStrike">
                <a:solidFill>
                  <a:schemeClr val="dk1"/>
                </a:solidFill>
                <a:latin typeface="Calibri"/>
                <a:ea typeface="Arial"/>
              </a:rPr>
              <a:t>Example: AI-generated music may follow a formula but lack the emotional depth of human compositions.</a:t>
            </a:r>
            <a:endParaRPr b="0" lang="en-GB" sz="1400" spc="-1" strike="noStrike">
              <a:solidFill>
                <a:srgbClr val="000000"/>
              </a:solidFill>
              <a:latin typeface="Arial"/>
            </a:endParaRPr>
          </a:p>
        </p:txBody>
      </p:sp>
      <p:sp>
        <p:nvSpPr>
          <p:cNvPr id="115" name="PlaceHolder 2"/>
          <p:cNvSpPr>
            <a:spLocks noGrp="1"/>
          </p:cNvSpPr>
          <p:nvPr>
            <p:ph type="sldNum" idx="16"/>
          </p:nvPr>
        </p:nvSpPr>
        <p:spPr>
          <a:xfrm>
            <a:off x="8472240" y="4712760"/>
            <a:ext cx="547560" cy="27684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25015F7D-CC51-450A-A8F9-AD24F847B7B1}"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 name="PlaceHolder 1"/>
          <p:cNvSpPr>
            <a:spLocks noGrp="1"/>
          </p:cNvSpPr>
          <p:nvPr>
            <p:ph type="title"/>
          </p:nvPr>
        </p:nvSpPr>
        <p:spPr>
          <a:xfrm>
            <a:off x="469440" y="287280"/>
            <a:ext cx="8215920" cy="625680"/>
          </a:xfrm>
          <a:prstGeom prst="rect">
            <a:avLst/>
          </a:prstGeom>
          <a:noFill/>
          <a:ln w="0">
            <a:noFill/>
          </a:ln>
        </p:spPr>
        <p:txBody>
          <a:bodyPr lIns="0" rIns="0" tIns="0" bIns="0" anchor="t">
            <a:noAutofit/>
          </a:bodyPr>
          <a:p>
            <a:pPr indent="0">
              <a:lnSpc>
                <a:spcPct val="100000"/>
              </a:lnSpc>
              <a:spcBef>
                <a:spcPts val="1191"/>
              </a:spcBef>
              <a:spcAft>
                <a:spcPts val="992"/>
              </a:spcAft>
              <a:buNone/>
              <a:tabLst>
                <a:tab algn="l" pos="0"/>
              </a:tabLst>
            </a:pPr>
            <a:r>
              <a:rPr b="1" lang="en-GB" sz="2400" spc="-1" strike="noStrike">
                <a:solidFill>
                  <a:schemeClr val="accent1"/>
                </a:solidFill>
                <a:latin typeface="Calibri"/>
                <a:ea typeface="Calibri"/>
              </a:rPr>
              <a:t>Challenges &amp; Risks of AI in Creativity</a:t>
            </a:r>
            <a:endParaRPr b="0" lang="en-GB" sz="2400" spc="-1" strike="noStrike">
              <a:solidFill>
                <a:srgbClr val="000000"/>
              </a:solidFill>
              <a:latin typeface="Arial"/>
            </a:endParaRPr>
          </a:p>
        </p:txBody>
      </p:sp>
      <p:sp>
        <p:nvSpPr>
          <p:cNvPr id="117" name="Google Shape;138;p 5"/>
          <p:cNvSpPr/>
          <p:nvPr/>
        </p:nvSpPr>
        <p:spPr>
          <a:xfrm>
            <a:off x="455760" y="903960"/>
            <a:ext cx="3999960" cy="29700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800" spc="-1" strike="noStrike">
                <a:solidFill>
                  <a:schemeClr val="dk1"/>
                </a:solidFill>
                <a:latin typeface="Calibri"/>
                <a:ea typeface="Arial"/>
              </a:rPr>
              <a:t>Ethical Concerns &amp; Content Ownership</a:t>
            </a:r>
            <a:endParaRPr b="0" lang="en-GB" sz="1800" spc="-1" strike="noStrike">
              <a:solidFill>
                <a:srgbClr val="000000"/>
              </a:solidFill>
              <a:latin typeface="Arial"/>
            </a:endParaRPr>
          </a:p>
        </p:txBody>
      </p:sp>
      <p:sp>
        <p:nvSpPr>
          <p:cNvPr id="118" name="Google Shape;139;p 5"/>
          <p:cNvSpPr/>
          <p:nvPr/>
        </p:nvSpPr>
        <p:spPr>
          <a:xfrm>
            <a:off x="457560" y="1292040"/>
            <a:ext cx="3851640" cy="289800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0" lang="en-US" sz="1400" spc="-1" strike="noStrike">
                <a:solidFill>
                  <a:schemeClr val="dk1"/>
                </a:solidFill>
                <a:latin typeface="Calibri"/>
                <a:ea typeface="Arial"/>
              </a:rPr>
              <a:t>The use of AI raises questions such as: Who owns AI-generated work?</a:t>
            </a:r>
            <a:endParaRPr b="0" lang="en-GB" sz="1400" spc="-1" strike="noStrike">
              <a:solidFill>
                <a:srgbClr val="000000"/>
              </a:solidFill>
              <a:latin typeface="Arial"/>
            </a:endParaRPr>
          </a:p>
          <a:p>
            <a:pPr>
              <a:lnSpc>
                <a:spcPct val="100000"/>
              </a:lnSpc>
              <a:spcAft>
                <a:spcPts val="400"/>
              </a:spcAft>
            </a:pPr>
            <a:endParaRPr b="0" lang="en-GB" sz="1400" spc="-1" strike="noStrike">
              <a:solidFill>
                <a:srgbClr val="000000"/>
              </a:solidFill>
              <a:latin typeface="Arial"/>
            </a:endParaRPr>
          </a:p>
          <a:p>
            <a:pPr>
              <a:lnSpc>
                <a:spcPct val="100000"/>
              </a:lnSpc>
              <a:spcAft>
                <a:spcPts val="400"/>
              </a:spcAft>
            </a:pPr>
            <a:r>
              <a:rPr b="0" lang="en-US" sz="1400" spc="-1" strike="noStrike">
                <a:solidFill>
                  <a:schemeClr val="dk1"/>
                </a:solidFill>
                <a:latin typeface="Calibri"/>
                <a:ea typeface="Arial"/>
              </a:rPr>
              <a:t>Companies must establish clear guidelines for AI-assisted creativity to avoid intellectual property disputes.</a:t>
            </a:r>
            <a:endParaRPr b="0" lang="en-GB" sz="1400" spc="-1" strike="noStrike">
              <a:solidFill>
                <a:srgbClr val="000000"/>
              </a:solidFill>
              <a:latin typeface="Arial"/>
            </a:endParaRPr>
          </a:p>
        </p:txBody>
      </p:sp>
      <p:sp>
        <p:nvSpPr>
          <p:cNvPr id="119" name="Google Shape;140;p 5"/>
          <p:cNvSpPr/>
          <p:nvPr/>
        </p:nvSpPr>
        <p:spPr>
          <a:xfrm>
            <a:off x="4842720" y="929520"/>
            <a:ext cx="3756240" cy="27720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800" spc="-1" strike="noStrike">
                <a:solidFill>
                  <a:schemeClr val="dk1"/>
                </a:solidFill>
                <a:latin typeface="Calibri"/>
                <a:ea typeface="Arial"/>
              </a:rPr>
              <a:t>Standardization of Creativity</a:t>
            </a:r>
            <a:endParaRPr b="0" lang="en-GB" sz="1800" spc="-1" strike="noStrike">
              <a:solidFill>
                <a:srgbClr val="000000"/>
              </a:solidFill>
              <a:latin typeface="Arial"/>
            </a:endParaRPr>
          </a:p>
        </p:txBody>
      </p:sp>
      <p:sp>
        <p:nvSpPr>
          <p:cNvPr id="120" name="Google Shape;141;p 5"/>
          <p:cNvSpPr/>
          <p:nvPr/>
        </p:nvSpPr>
        <p:spPr>
          <a:xfrm>
            <a:off x="4837320" y="1289520"/>
            <a:ext cx="3771360" cy="309888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0" lang="en-US" sz="1400" spc="-1" strike="noStrike">
                <a:solidFill>
                  <a:schemeClr val="dk1"/>
                </a:solidFill>
                <a:latin typeface="Calibri"/>
                <a:ea typeface="Arial"/>
              </a:rPr>
              <a:t>AI models often replicate existing styles rather than inventing truly unique ideas, potentially leading to generic or repetitive content.</a:t>
            </a:r>
            <a:endParaRPr b="0" lang="en-GB" sz="1400" spc="-1" strike="noStrike">
              <a:solidFill>
                <a:srgbClr val="000000"/>
              </a:solidFill>
              <a:latin typeface="Arial"/>
            </a:endParaRPr>
          </a:p>
        </p:txBody>
      </p:sp>
      <p:sp>
        <p:nvSpPr>
          <p:cNvPr id="121" name="PlaceHolder 2"/>
          <p:cNvSpPr>
            <a:spLocks noGrp="1"/>
          </p:cNvSpPr>
          <p:nvPr>
            <p:ph type="sldNum" idx="17"/>
          </p:nvPr>
        </p:nvSpPr>
        <p:spPr>
          <a:xfrm>
            <a:off x="8472240" y="4712760"/>
            <a:ext cx="547560" cy="27684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05D5C4C2-25F7-4184-B925-A5C2AF9C820F}"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 name="PlaceHolder 1"/>
          <p:cNvSpPr>
            <a:spLocks noGrp="1"/>
          </p:cNvSpPr>
          <p:nvPr>
            <p:ph type="title"/>
          </p:nvPr>
        </p:nvSpPr>
        <p:spPr>
          <a:xfrm>
            <a:off x="469440" y="287280"/>
            <a:ext cx="8215920" cy="606240"/>
          </a:xfrm>
          <a:prstGeom prst="rect">
            <a:avLst/>
          </a:prstGeom>
          <a:noFill/>
          <a:ln w="0">
            <a:noFill/>
          </a:ln>
        </p:spPr>
        <p:txBody>
          <a:bodyPr lIns="0" rIns="0" tIns="0" bIns="0" anchor="t">
            <a:noAutofit/>
          </a:bodyPr>
          <a:p>
            <a:pPr indent="0">
              <a:lnSpc>
                <a:spcPct val="100000"/>
              </a:lnSpc>
              <a:spcBef>
                <a:spcPts val="1191"/>
              </a:spcBef>
              <a:spcAft>
                <a:spcPts val="992"/>
              </a:spcAft>
              <a:buNone/>
              <a:tabLst>
                <a:tab algn="l" pos="0"/>
              </a:tabLst>
            </a:pPr>
            <a:r>
              <a:rPr b="1" lang="en-GB" sz="2400" spc="-1" strike="noStrike">
                <a:solidFill>
                  <a:schemeClr val="accent1"/>
                </a:solidFill>
                <a:latin typeface="Calibri"/>
                <a:ea typeface="Calibri"/>
              </a:rPr>
              <a:t>AI as a Reference, Not a Replacement </a:t>
            </a:r>
            <a:endParaRPr b="0" lang="en-GB" sz="2400" spc="-1" strike="noStrike">
              <a:solidFill>
                <a:srgbClr val="000000"/>
              </a:solidFill>
              <a:latin typeface="Arial"/>
            </a:endParaRPr>
          </a:p>
        </p:txBody>
      </p:sp>
      <p:sp>
        <p:nvSpPr>
          <p:cNvPr id="123" name="Google Shape;130;p 5"/>
          <p:cNvSpPr/>
          <p:nvPr/>
        </p:nvSpPr>
        <p:spPr>
          <a:xfrm>
            <a:off x="459360" y="893520"/>
            <a:ext cx="8215920" cy="27720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800" spc="-1" strike="noStrike">
                <a:solidFill>
                  <a:srgbClr val="000000"/>
                </a:solidFill>
                <a:latin typeface="Calibri"/>
                <a:ea typeface="Arial"/>
              </a:rPr>
              <a:t>How to Use AI Wisely &amp; Best Practices for AI-Assisted Creativity</a:t>
            </a:r>
            <a:endParaRPr b="0" lang="en-GB" sz="1800" spc="-1" strike="noStrike">
              <a:solidFill>
                <a:srgbClr val="000000"/>
              </a:solidFill>
              <a:latin typeface="Arial"/>
            </a:endParaRPr>
          </a:p>
        </p:txBody>
      </p:sp>
      <p:sp>
        <p:nvSpPr>
          <p:cNvPr id="124" name="Google Shape;131;p 5"/>
          <p:cNvSpPr/>
          <p:nvPr/>
        </p:nvSpPr>
        <p:spPr>
          <a:xfrm>
            <a:off x="449640" y="1401480"/>
            <a:ext cx="8215920" cy="309492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0" lang="en-US" sz="1400" spc="-1" strike="noStrike">
                <a:solidFill>
                  <a:schemeClr val="dk1"/>
                </a:solidFill>
                <a:highlight>
                  <a:srgbClr val="ffffff"/>
                </a:highlight>
                <a:latin typeface="Calibri"/>
                <a:ea typeface="Arial"/>
              </a:rPr>
              <a:t>AI should serve as a creative guide, but final ideas must be refined by employees. Employees must maintain critical thinking while working with AI-generated content.</a:t>
            </a:r>
            <a:endParaRPr b="0" lang="en-GB" sz="1400" spc="-1" strike="noStrike">
              <a:solidFill>
                <a:srgbClr val="000000"/>
              </a:solidFill>
              <a:latin typeface="Arial"/>
            </a:endParaRPr>
          </a:p>
          <a:p>
            <a:pPr>
              <a:lnSpc>
                <a:spcPct val="100000"/>
              </a:lnSpc>
              <a:spcBef>
                <a:spcPts val="1191"/>
              </a:spcBef>
              <a:spcAft>
                <a:spcPts val="992"/>
              </a:spcAft>
            </a:pPr>
            <a:r>
              <a:rPr b="0" lang="en-US" sz="1400" spc="-1" strike="noStrike">
                <a:solidFill>
                  <a:schemeClr val="dk1"/>
                </a:solidFill>
                <a:highlight>
                  <a:srgbClr val="ffffff"/>
                </a:highlight>
                <a:latin typeface="Calibri"/>
                <a:ea typeface="Arial"/>
              </a:rPr>
              <a:t>🔹 </a:t>
            </a:r>
            <a:r>
              <a:rPr b="0" lang="en-US" sz="1400" spc="-1" strike="noStrike">
                <a:solidFill>
                  <a:schemeClr val="dk1"/>
                </a:solidFill>
                <a:highlight>
                  <a:srgbClr val="ffffff"/>
                </a:highlight>
                <a:latin typeface="Calibri"/>
                <a:ea typeface="Arial"/>
              </a:rPr>
              <a:t>Use AI for inspiration, but adjust ideas to reflect personal creativity.</a:t>
            </a:r>
            <a:endParaRPr b="0" lang="en-GB" sz="1400" spc="-1" strike="noStrike">
              <a:solidFill>
                <a:srgbClr val="000000"/>
              </a:solidFill>
              <a:latin typeface="Arial"/>
            </a:endParaRPr>
          </a:p>
          <a:p>
            <a:pPr>
              <a:lnSpc>
                <a:spcPct val="100000"/>
              </a:lnSpc>
              <a:spcBef>
                <a:spcPts val="1191"/>
              </a:spcBef>
              <a:spcAft>
                <a:spcPts val="992"/>
              </a:spcAft>
            </a:pPr>
            <a:r>
              <a:rPr b="0" lang="en-US" sz="1400" spc="-1" strike="noStrike">
                <a:solidFill>
                  <a:schemeClr val="dk1"/>
                </a:solidFill>
                <a:highlight>
                  <a:srgbClr val="ffffff"/>
                </a:highlight>
                <a:latin typeface="Calibri"/>
                <a:ea typeface="Arial"/>
              </a:rPr>
              <a:t> 🔹 </a:t>
            </a:r>
            <a:r>
              <a:rPr b="0" lang="en-US" sz="1400" spc="-1" strike="noStrike">
                <a:solidFill>
                  <a:schemeClr val="dk1"/>
                </a:solidFill>
                <a:highlight>
                  <a:srgbClr val="ffffff"/>
                </a:highlight>
                <a:latin typeface="Calibri"/>
                <a:ea typeface="Arial"/>
              </a:rPr>
              <a:t>Ensure originality by questioning AI-generated content before using it.</a:t>
            </a:r>
            <a:endParaRPr b="0" lang="en-GB" sz="1400" spc="-1" strike="noStrike">
              <a:solidFill>
                <a:srgbClr val="000000"/>
              </a:solidFill>
              <a:latin typeface="Arial"/>
            </a:endParaRPr>
          </a:p>
          <a:p>
            <a:pPr>
              <a:lnSpc>
                <a:spcPct val="100000"/>
              </a:lnSpc>
              <a:spcBef>
                <a:spcPts val="1191"/>
              </a:spcBef>
              <a:spcAft>
                <a:spcPts val="992"/>
              </a:spcAft>
            </a:pPr>
            <a:r>
              <a:rPr b="0" lang="en-US" sz="1400" spc="-1" strike="noStrike">
                <a:solidFill>
                  <a:schemeClr val="dk1"/>
                </a:solidFill>
                <a:highlight>
                  <a:srgbClr val="ffffff"/>
                </a:highlight>
                <a:latin typeface="Calibri"/>
                <a:ea typeface="Arial"/>
              </a:rPr>
              <a:t> 🔹 </a:t>
            </a:r>
            <a:r>
              <a:rPr b="0" lang="en-US" sz="1400" spc="-1" strike="noStrike">
                <a:solidFill>
                  <a:schemeClr val="dk1"/>
                </a:solidFill>
                <a:highlight>
                  <a:srgbClr val="ffffff"/>
                </a:highlight>
                <a:latin typeface="Calibri"/>
                <a:ea typeface="Arial"/>
              </a:rPr>
              <a:t>Blend AI with human insights—AI can suggest ideas, but employees must make them meaningful.</a:t>
            </a:r>
            <a:endParaRPr b="0" lang="en-GB" sz="1400" spc="-1" strike="noStrike">
              <a:solidFill>
                <a:srgbClr val="000000"/>
              </a:solidFill>
              <a:latin typeface="Arial"/>
            </a:endParaRPr>
          </a:p>
        </p:txBody>
      </p:sp>
      <p:sp>
        <p:nvSpPr>
          <p:cNvPr id="125" name="PlaceHolder 2"/>
          <p:cNvSpPr>
            <a:spLocks noGrp="1"/>
          </p:cNvSpPr>
          <p:nvPr>
            <p:ph type="sldNum" idx="18"/>
          </p:nvPr>
        </p:nvSpPr>
        <p:spPr>
          <a:xfrm>
            <a:off x="8472240" y="4712760"/>
            <a:ext cx="547560" cy="27684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D6498BF7-DACB-4F01-AA53-669EABC23E49}"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26" name="" descr=""/>
          <p:cNvPicPr/>
          <p:nvPr/>
        </p:nvPicPr>
        <p:blipFill>
          <a:blip r:embed="rId1"/>
          <a:srcRect l="0" t="0" r="51067" b="0"/>
          <a:stretch/>
        </p:blipFill>
        <p:spPr>
          <a:xfrm>
            <a:off x="4692600" y="-9720"/>
            <a:ext cx="4451040" cy="5129280"/>
          </a:xfrm>
          <a:prstGeom prst="rect">
            <a:avLst/>
          </a:prstGeom>
          <a:ln w="0">
            <a:noFill/>
          </a:ln>
        </p:spPr>
      </p:pic>
      <p:sp>
        <p:nvSpPr>
          <p:cNvPr id="127" name="PlaceHolder 1"/>
          <p:cNvSpPr>
            <a:spLocks noGrp="1"/>
          </p:cNvSpPr>
          <p:nvPr>
            <p:ph type="sldNum" idx="19"/>
          </p:nvPr>
        </p:nvSpPr>
        <p:spPr>
          <a:xfrm>
            <a:off x="8472240" y="4712760"/>
            <a:ext cx="547560" cy="27684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78F611A1-50EF-4075-8C1E-4A15A6B20595}"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128" name="PlaceHolder 2"/>
          <p:cNvSpPr>
            <a:spLocks noGrp="1"/>
          </p:cNvSpPr>
          <p:nvPr>
            <p:ph type="title"/>
          </p:nvPr>
        </p:nvSpPr>
        <p:spPr>
          <a:xfrm>
            <a:off x="469440" y="287280"/>
            <a:ext cx="4283280" cy="625680"/>
          </a:xfrm>
          <a:prstGeom prst="rect">
            <a:avLst/>
          </a:prstGeom>
          <a:noFill/>
          <a:ln w="0">
            <a:noFill/>
          </a:ln>
        </p:spPr>
        <p:txBody>
          <a:bodyPr lIns="0" rIns="0" tIns="0" bIns="0" anchor="ctr">
            <a:noAutofit/>
          </a:bodyPr>
          <a:p>
            <a:pPr indent="0">
              <a:lnSpc>
                <a:spcPct val="100000"/>
              </a:lnSpc>
              <a:buNone/>
              <a:tabLst>
                <a:tab algn="l" pos="0"/>
              </a:tabLst>
            </a:pPr>
            <a:r>
              <a:rPr b="1" lang="en-GB" sz="2400" spc="-1" strike="noStrike">
                <a:solidFill>
                  <a:schemeClr val="accent1"/>
                </a:solidFill>
                <a:latin typeface="Calibri"/>
                <a:ea typeface="Calibri"/>
              </a:rPr>
              <a:t>Conclusion &amp; Call to Action</a:t>
            </a:r>
            <a:endParaRPr b="0" lang="en-GB" sz="2400" spc="-1" strike="noStrike">
              <a:solidFill>
                <a:srgbClr val="000000"/>
              </a:solidFill>
              <a:latin typeface="Arial"/>
            </a:endParaRPr>
          </a:p>
        </p:txBody>
      </p:sp>
      <p:sp>
        <p:nvSpPr>
          <p:cNvPr id="129" name="Google Shape;158;p 3"/>
          <p:cNvSpPr/>
          <p:nvPr/>
        </p:nvSpPr>
        <p:spPr>
          <a:xfrm>
            <a:off x="459720" y="1081800"/>
            <a:ext cx="3755880" cy="27720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800" spc="-1" strike="noStrike">
                <a:solidFill>
                  <a:schemeClr val="dk1"/>
                </a:solidFill>
                <a:latin typeface="Calibri"/>
                <a:ea typeface="Arial"/>
              </a:rPr>
              <a:t>AI is a tool, not a substitute</a:t>
            </a:r>
            <a:endParaRPr b="0" lang="en-GB" sz="1800" spc="-1" strike="noStrike">
              <a:solidFill>
                <a:srgbClr val="000000"/>
              </a:solidFill>
              <a:latin typeface="Arial"/>
            </a:endParaRPr>
          </a:p>
        </p:txBody>
      </p:sp>
      <p:sp>
        <p:nvSpPr>
          <p:cNvPr id="130" name="Google Shape;159;p 3"/>
          <p:cNvSpPr/>
          <p:nvPr/>
        </p:nvSpPr>
        <p:spPr>
          <a:xfrm>
            <a:off x="461520" y="1636200"/>
            <a:ext cx="3851280" cy="280188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0" lang="en-US" sz="1400" spc="-1" strike="noStrike">
                <a:solidFill>
                  <a:schemeClr val="dk1"/>
                </a:solidFill>
                <a:latin typeface="Calibri"/>
                <a:ea typeface="Arial"/>
              </a:rPr>
              <a:t>AI tools should support, not replace, human innovation. Employees must be aware of the risks of excessive AI reliance. Companies should establish guidelines for AI usage to balance efficiency with originality. Future trends will focus on AI as a creative partner, ensuring that human insight remains the key driver of innovation.</a:t>
            </a:r>
            <a:endParaRPr b="0" lang="en-GB"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 name="PlaceHolder 1"/>
          <p:cNvSpPr>
            <a:spLocks noGrp="1"/>
          </p:cNvSpPr>
          <p:nvPr>
            <p:ph type="subTitle"/>
          </p:nvPr>
        </p:nvSpPr>
        <p:spPr>
          <a:xfrm>
            <a:off x="2165400" y="2305440"/>
            <a:ext cx="5270760" cy="319680"/>
          </a:xfrm>
          <a:prstGeom prst="rect">
            <a:avLst/>
          </a:prstGeom>
          <a:noFill/>
          <a:ln w="0">
            <a:noFill/>
          </a:ln>
        </p:spPr>
        <p:txBody>
          <a:bodyPr lIns="0" rIns="0" tIns="0" bIns="0" anchor="t">
            <a:noAutofit/>
          </a:bodyPr>
          <a:p>
            <a:pPr>
              <a:lnSpc>
                <a:spcPct val="100000"/>
              </a:lnSpc>
            </a:pPr>
            <a:r>
              <a:rPr b="0" lang="en-US" sz="1800" spc="-1" strike="noStrike">
                <a:solidFill>
                  <a:srgbClr val="000000"/>
                </a:solidFill>
                <a:latin typeface="Calibri"/>
                <a:ea typeface="Calibri"/>
              </a:rPr>
              <a:t>Nisanth Saravanan</a:t>
            </a:r>
            <a:endParaRPr b="0" lang="en-GB"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Relevantz - Internal Slide Template">
  <a:themeElements>
    <a:clrScheme name="Simple Light">
      <a:dk1>
        <a:srgbClr val="000000"/>
      </a:dk1>
      <a:lt1>
        <a:srgbClr val="ffffff"/>
      </a:lt1>
      <a:dk2>
        <a:srgbClr val="595959"/>
      </a:dk2>
      <a:lt2>
        <a:srgbClr val="eeeeee"/>
      </a:lt2>
      <a:accent1>
        <a:srgbClr val="27235c"/>
      </a:accent1>
      <a:accent2>
        <a:srgbClr val="e01950"/>
      </a:accent2>
      <a:accent3>
        <a:srgbClr val="97247e"/>
      </a:accent3>
      <a:accent4>
        <a:srgbClr val="b5b3da"/>
      </a:accent4>
      <a:accent5>
        <a:srgbClr val="d6d5eb"/>
      </a:accent5>
      <a:accent6>
        <a:srgbClr val="dcdbe4"/>
      </a:accent6>
      <a:hlink>
        <a:srgbClr val="e01950"/>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Relevantz - Internal Slide Template">
  <a:themeElements>
    <a:clrScheme name="Simple Light">
      <a:dk1>
        <a:srgbClr val="000000"/>
      </a:dk1>
      <a:lt1>
        <a:srgbClr val="ffffff"/>
      </a:lt1>
      <a:dk2>
        <a:srgbClr val="595959"/>
      </a:dk2>
      <a:lt2>
        <a:srgbClr val="eeeeee"/>
      </a:lt2>
      <a:accent1>
        <a:srgbClr val="27235c"/>
      </a:accent1>
      <a:accent2>
        <a:srgbClr val="e01950"/>
      </a:accent2>
      <a:accent3>
        <a:srgbClr val="97247e"/>
      </a:accent3>
      <a:accent4>
        <a:srgbClr val="b5b3da"/>
      </a:accent4>
      <a:accent5>
        <a:srgbClr val="d6d5eb"/>
      </a:accent5>
      <a:accent6>
        <a:srgbClr val="dcdbe4"/>
      </a:accent6>
      <a:hlink>
        <a:srgbClr val="e01950"/>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Relevantz - Internal Slide Template">
  <a:themeElements>
    <a:clrScheme name="Simple Light">
      <a:dk1>
        <a:srgbClr val="000000"/>
      </a:dk1>
      <a:lt1>
        <a:srgbClr val="ffffff"/>
      </a:lt1>
      <a:dk2>
        <a:srgbClr val="595959"/>
      </a:dk2>
      <a:lt2>
        <a:srgbClr val="eeeeee"/>
      </a:lt2>
      <a:accent1>
        <a:srgbClr val="27235c"/>
      </a:accent1>
      <a:accent2>
        <a:srgbClr val="e01950"/>
      </a:accent2>
      <a:accent3>
        <a:srgbClr val="97247e"/>
      </a:accent3>
      <a:accent4>
        <a:srgbClr val="b5b3da"/>
      </a:accent4>
      <a:accent5>
        <a:srgbClr val="d6d5eb"/>
      </a:accent5>
      <a:accent6>
        <a:srgbClr val="dcdbe4"/>
      </a:accent6>
      <a:hlink>
        <a:srgbClr val="e01950"/>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4.xml><?xml version="1.0" encoding="utf-8"?>
<a:theme xmlns:a="http://schemas.openxmlformats.org/drawingml/2006/main" xmlns:r="http://schemas.openxmlformats.org/officeDocument/2006/relationships" name="Relevantz - Internal Slide Template">
  <a:themeElements>
    <a:clrScheme name="Simple Light">
      <a:dk1>
        <a:srgbClr val="000000"/>
      </a:dk1>
      <a:lt1>
        <a:srgbClr val="ffffff"/>
      </a:lt1>
      <a:dk2>
        <a:srgbClr val="595959"/>
      </a:dk2>
      <a:lt2>
        <a:srgbClr val="eeeeee"/>
      </a:lt2>
      <a:accent1>
        <a:srgbClr val="27235c"/>
      </a:accent1>
      <a:accent2>
        <a:srgbClr val="e01950"/>
      </a:accent2>
      <a:accent3>
        <a:srgbClr val="97247e"/>
      </a:accent3>
      <a:accent4>
        <a:srgbClr val="b5b3da"/>
      </a:accent4>
      <a:accent5>
        <a:srgbClr val="d6d5eb"/>
      </a:accent5>
      <a:accent6>
        <a:srgbClr val="dcdbe4"/>
      </a:accent6>
      <a:hlink>
        <a:srgbClr val="e01950"/>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5.xml><?xml version="1.0" encoding="utf-8"?>
<a:theme xmlns:a="http://schemas.openxmlformats.org/drawingml/2006/main" xmlns:r="http://schemas.openxmlformats.org/officeDocument/2006/relationships" name="Relevantz - Internal Slide Template">
  <a:themeElements>
    <a:clrScheme name="Simple Light">
      <a:dk1>
        <a:srgbClr val="000000"/>
      </a:dk1>
      <a:lt1>
        <a:srgbClr val="ffffff"/>
      </a:lt1>
      <a:dk2>
        <a:srgbClr val="595959"/>
      </a:dk2>
      <a:lt2>
        <a:srgbClr val="eeeeee"/>
      </a:lt2>
      <a:accent1>
        <a:srgbClr val="27235c"/>
      </a:accent1>
      <a:accent2>
        <a:srgbClr val="e01950"/>
      </a:accent2>
      <a:accent3>
        <a:srgbClr val="97247e"/>
      </a:accent3>
      <a:accent4>
        <a:srgbClr val="b5b3da"/>
      </a:accent4>
      <a:accent5>
        <a:srgbClr val="d6d5eb"/>
      </a:accent5>
      <a:accent6>
        <a:srgbClr val="dcdbe4"/>
      </a:accent6>
      <a:hlink>
        <a:srgbClr val="e01950"/>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6.xml><?xml version="1.0" encoding="utf-8"?>
<a:theme xmlns:a="http://schemas.openxmlformats.org/drawingml/2006/main" xmlns:r="http://schemas.openxmlformats.org/officeDocument/2006/relationships" name="Relevantz - Internal Slide Template">
  <a:themeElements>
    <a:clrScheme name="Simple Light">
      <a:dk1>
        <a:srgbClr val="000000"/>
      </a:dk1>
      <a:lt1>
        <a:srgbClr val="ffffff"/>
      </a:lt1>
      <a:dk2>
        <a:srgbClr val="595959"/>
      </a:dk2>
      <a:lt2>
        <a:srgbClr val="eeeeee"/>
      </a:lt2>
      <a:accent1>
        <a:srgbClr val="27235c"/>
      </a:accent1>
      <a:accent2>
        <a:srgbClr val="e01950"/>
      </a:accent2>
      <a:accent3>
        <a:srgbClr val="97247e"/>
      </a:accent3>
      <a:accent4>
        <a:srgbClr val="b5b3da"/>
      </a:accent4>
      <a:accent5>
        <a:srgbClr val="d6d5eb"/>
      </a:accent5>
      <a:accent6>
        <a:srgbClr val="dcdbe4"/>
      </a:accent6>
      <a:hlink>
        <a:srgbClr val="e01950"/>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7.xml><?xml version="1.0" encoding="utf-8"?>
<a:theme xmlns:a="http://schemas.openxmlformats.org/drawingml/2006/main" xmlns:r="http://schemas.openxmlformats.org/officeDocument/2006/relationships" name="Relevantz - Internal Slide Template">
  <a:themeElements>
    <a:clrScheme name="Simple Light">
      <a:dk1>
        <a:srgbClr val="000000"/>
      </a:dk1>
      <a:lt1>
        <a:srgbClr val="ffffff"/>
      </a:lt1>
      <a:dk2>
        <a:srgbClr val="595959"/>
      </a:dk2>
      <a:lt2>
        <a:srgbClr val="eeeeee"/>
      </a:lt2>
      <a:accent1>
        <a:srgbClr val="27235c"/>
      </a:accent1>
      <a:accent2>
        <a:srgbClr val="e01950"/>
      </a:accent2>
      <a:accent3>
        <a:srgbClr val="97247e"/>
      </a:accent3>
      <a:accent4>
        <a:srgbClr val="b5b3da"/>
      </a:accent4>
      <a:accent5>
        <a:srgbClr val="d6d5eb"/>
      </a:accent5>
      <a:accent6>
        <a:srgbClr val="dcdbe4"/>
      </a:accent6>
      <a:hlink>
        <a:srgbClr val="e01950"/>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8.xml><?xml version="1.0" encoding="utf-8"?>
<a:theme xmlns:a="http://schemas.openxmlformats.org/drawingml/2006/main" xmlns:r="http://schemas.openxmlformats.org/officeDocument/2006/relationships" name="Relevantz - Internal Slide Template">
  <a:themeElements>
    <a:clrScheme name="Simple Light">
      <a:dk1>
        <a:srgbClr val="000000"/>
      </a:dk1>
      <a:lt1>
        <a:srgbClr val="ffffff"/>
      </a:lt1>
      <a:dk2>
        <a:srgbClr val="595959"/>
      </a:dk2>
      <a:lt2>
        <a:srgbClr val="eeeeee"/>
      </a:lt2>
      <a:accent1>
        <a:srgbClr val="27235c"/>
      </a:accent1>
      <a:accent2>
        <a:srgbClr val="e01950"/>
      </a:accent2>
      <a:accent3>
        <a:srgbClr val="97247e"/>
      </a:accent3>
      <a:accent4>
        <a:srgbClr val="b5b3da"/>
      </a:accent4>
      <a:accent5>
        <a:srgbClr val="d6d5eb"/>
      </a:accent5>
      <a:accent6>
        <a:srgbClr val="dcdbe4"/>
      </a:accent6>
      <a:hlink>
        <a:srgbClr val="e01950"/>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9.xml><?xml version="1.0" encoding="utf-8"?>
<a:theme xmlns:a="http://schemas.openxmlformats.org/drawingml/2006/main" xmlns:r="http://schemas.openxmlformats.org/officeDocument/2006/relationships" name="Relevantz - Internal Slide Template">
  <a:themeElements>
    <a:clrScheme name="Simple Light">
      <a:dk1>
        <a:srgbClr val="000000"/>
      </a:dk1>
      <a:lt1>
        <a:srgbClr val="ffffff"/>
      </a:lt1>
      <a:dk2>
        <a:srgbClr val="595959"/>
      </a:dk2>
      <a:lt2>
        <a:srgbClr val="eeeeee"/>
      </a:lt2>
      <a:accent1>
        <a:srgbClr val="27235c"/>
      </a:accent1>
      <a:accent2>
        <a:srgbClr val="e01950"/>
      </a:accent2>
      <a:accent3>
        <a:srgbClr val="97247e"/>
      </a:accent3>
      <a:accent4>
        <a:srgbClr val="b5b3da"/>
      </a:accent4>
      <a:accent5>
        <a:srgbClr val="d6d5eb"/>
      </a:accent5>
      <a:accent6>
        <a:srgbClr val="dcdbe4"/>
      </a:accent6>
      <a:hlink>
        <a:srgbClr val="e01950"/>
      </a:hlink>
      <a:folHlink>
        <a:srgbClr val="0097a7"/>
      </a:folHlink>
    </a:clrScheme>
    <a:fontScheme name="Calibri">
      <a:majorFont>
        <a:latin typeface="Calibri" panose="020F05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Relevantz - Internal Slide Template">
  <a:themeElements>
    <a:clrScheme name="Simple Light">
      <a:dk1>
        <a:srgbClr val="000000"/>
      </a:dk1>
      <a:lt1>
        <a:srgbClr val="ffffff"/>
      </a:lt1>
      <a:dk2>
        <a:srgbClr val="595959"/>
      </a:dk2>
      <a:lt2>
        <a:srgbClr val="eeeeee"/>
      </a:lt2>
      <a:accent1>
        <a:srgbClr val="27235c"/>
      </a:accent1>
      <a:accent2>
        <a:srgbClr val="e01950"/>
      </a:accent2>
      <a:accent3>
        <a:srgbClr val="97247e"/>
      </a:accent3>
      <a:accent4>
        <a:srgbClr val="b5b3da"/>
      </a:accent4>
      <a:accent5>
        <a:srgbClr val="d6d5eb"/>
      </a:accent5>
      <a:accent6>
        <a:srgbClr val="dcdbe4"/>
      </a:accent6>
      <a:hlink>
        <a:srgbClr val="e01950"/>
      </a:hlink>
      <a:folHlink>
        <a:srgbClr val="0097a7"/>
      </a:folHlink>
    </a:clrScheme>
    <a:fontScheme name="Calibri">
      <a:majorFont>
        <a:latin typeface="Calibri" panose="020F05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Relevantz</Template>
  <TotalTime>43</TotalTime>
  <Application>LibreOffice/24.2.7.2$Windows_X86_64 LibreOffice_project/ee3885777aa7032db5a9b65deec9457448a91162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2025-06-11T15:31:47Z</dcterms:created>
  <dc:creator/>
  <dc:description/>
  <dc:language>en-GB</dc:language>
  <cp:lastModifiedBy/>
  <dcterms:modified xsi:type="dcterms:W3CDTF">2025-06-11T16:36:04Z</dcterms:modified>
  <cp:revision>12</cp:revision>
  <dc:subject/>
  <dc:title>Relevantz</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mplianceAssetId">
    <vt:lpwstr/>
  </property>
  <property fmtid="{D5CDD505-2E9C-101B-9397-08002B2CF9AE}" pid="3" name="ContentTypeId">
    <vt:lpwstr>0x010100D48551353E320A478239C7923DF17815</vt:lpwstr>
  </property>
  <property fmtid="{D5CDD505-2E9C-101B-9397-08002B2CF9AE}" pid="4" name="MSIP_Label_defa4170-0d19-0005-0004-bc88714345d2_ActionId">
    <vt:lpwstr>c66ad8e2-d129-43bd-a8ec-5b6df568f088</vt:lpwstr>
  </property>
  <property fmtid="{D5CDD505-2E9C-101B-9397-08002B2CF9AE}" pid="5" name="MSIP_Label_defa4170-0d19-0005-0004-bc88714345d2_ContentBits">
    <vt:lpwstr>0</vt:lpwstr>
  </property>
  <property fmtid="{D5CDD505-2E9C-101B-9397-08002B2CF9AE}" pid="6" name="MSIP_Label_defa4170-0d19-0005-0004-bc88714345d2_Enabled">
    <vt:lpwstr>true</vt:lpwstr>
  </property>
  <property fmtid="{D5CDD505-2E9C-101B-9397-08002B2CF9AE}" pid="7" name="MSIP_Label_defa4170-0d19-0005-0004-bc88714345d2_Method">
    <vt:lpwstr>Standard</vt:lpwstr>
  </property>
  <property fmtid="{D5CDD505-2E9C-101B-9397-08002B2CF9AE}" pid="8" name="MSIP_Label_defa4170-0d19-0005-0004-bc88714345d2_Name">
    <vt:lpwstr>defa4170-0d19-0005-0004-bc88714345d2</vt:lpwstr>
  </property>
  <property fmtid="{D5CDD505-2E9C-101B-9397-08002B2CF9AE}" pid="9" name="MSIP_Label_defa4170-0d19-0005-0004-bc88714345d2_SetDate">
    <vt:lpwstr>2024-04-16T09:14:58Z</vt:lpwstr>
  </property>
  <property fmtid="{D5CDD505-2E9C-101B-9397-08002B2CF9AE}" pid="10" name="MSIP_Label_defa4170-0d19-0005-0004-bc88714345d2_SiteId">
    <vt:lpwstr>fe66d7b1-c17e-4ba8-a08d-2e146117dc7e</vt:lpwstr>
  </property>
  <property fmtid="{D5CDD505-2E9C-101B-9397-08002B2CF9AE}" pid="11" name="Notes">
    <vt:r8>24</vt:r8>
  </property>
  <property fmtid="{D5CDD505-2E9C-101B-9397-08002B2CF9AE}" pid="12" name="Order">
    <vt:r8>12300</vt:r8>
  </property>
  <property fmtid="{D5CDD505-2E9C-101B-9397-08002B2CF9AE}" pid="13" name="PresentationFormat">
    <vt:lpwstr>On-screen Show (16:9)</vt:lpwstr>
  </property>
  <property fmtid="{D5CDD505-2E9C-101B-9397-08002B2CF9AE}" pid="14" name="Slides">
    <vt:r8>24</vt:r8>
  </property>
  <property fmtid="{D5CDD505-2E9C-101B-9397-08002B2CF9AE}" pid="15" name="TriggerFlowInfo">
    <vt:lpwstr/>
  </property>
  <property fmtid="{D5CDD505-2E9C-101B-9397-08002B2CF9AE}" pid="16" name="_ExtendedDescription">
    <vt:lpwstr/>
  </property>
</Properties>
</file>