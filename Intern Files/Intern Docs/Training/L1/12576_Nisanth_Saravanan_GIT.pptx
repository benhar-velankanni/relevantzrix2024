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2521B-F748-479B-B12D-FC26874AFE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D102F6C-FCF0-4A22-B1B2-E22647D6FB8F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www.w3schools.com/GIT/" TargetMode="External"/><Relationship Id="rId2" Type="http://schemas.openxmlformats.org/officeDocument/2006/relationships/hyperlink" Target="https://flatcoding.com/tutorials/git-version-control/version-control-system/" TargetMode="External"/><Relationship Id="rId3" Type="http://schemas.openxmlformats.org/officeDocument/2006/relationships/hyperlink" Target="https://www.w3schools.com/GIT/git_intro.asp?remote=github" TargetMode="External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GIT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260000" y="1512000"/>
            <a:ext cx="130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Agenda: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655000" y="2174400"/>
            <a:ext cx="70650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are VCS?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are different types of VCS?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is GIT?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are the different GIT Commands?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VCS: Version Control Systems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Version Control Systems: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5760000" y="2181960"/>
            <a:ext cx="3965760" cy="1810440"/>
          </a:xfrm>
          <a:prstGeom prst="rect">
            <a:avLst/>
          </a:prstGeom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1215000" y="1816200"/>
            <a:ext cx="4725000" cy="282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VCS keeps track of changes made to files over time, allowing you to revert to previous versions if needed.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Multiple developers can work on the same project simultaneously, merging their changes seamlessly.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VCS allows developers to create branches to experiment with new features without affecting the main codebase, later merging changes back.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Types of VCS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Types of VCS: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rcRect l="0" t="6830" r="0" b="0"/>
          <a:stretch/>
        </p:blipFill>
        <p:spPr>
          <a:xfrm>
            <a:off x="5580000" y="2004840"/>
            <a:ext cx="4059360" cy="245232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three main types of version control systems include: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Local Version Control System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Centralised Version Control System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Distributed Version Control System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Types of VCS: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rcRect l="0" t="0" r="0" b="30669"/>
          <a:stretch/>
        </p:blipFill>
        <p:spPr>
          <a:xfrm>
            <a:off x="5413320" y="2331000"/>
            <a:ext cx="4486680" cy="180000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 txBox="1"/>
          <p:nvPr/>
        </p:nvSpPr>
        <p:spPr>
          <a:xfrm>
            <a:off x="1215000" y="1230840"/>
            <a:ext cx="4365000" cy="392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Local Version Control System: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Local Version Control Systems (Local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VCS) are tools that keep all versioning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information on the same local 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Local VCS is designed for individual use, where all version control is managed on a single machine.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Advantages: Easy to set up and use; no need for a network connection; minimal overhead.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Disadvantages: Limited to individual use; lacks collaboration features; no built-in backup mechanisms.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Types of VCS: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rcRect l="7997" t="0" r="8002" b="22975"/>
          <a:stretch/>
        </p:blipFill>
        <p:spPr>
          <a:xfrm>
            <a:off x="5760000" y="1919520"/>
            <a:ext cx="3779640" cy="265248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1215000" y="1321920"/>
            <a:ext cx="4365000" cy="38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Centralised Version Control System: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Centralized Version Control Systems (CVCS) are designed to manage version control in a central repository that multiple users can access..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Easier to manage security and access controls since all data is stored centrally.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Drawbacks: Can be a single point of failure. If the central server goes down, no one can collaborate. Limited offline access since changes need to be synchronized with the central repository.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Types of VCS: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rcRect l="0" t="5751" r="0" b="18925"/>
          <a:stretch/>
        </p:blipFill>
        <p:spPr>
          <a:xfrm>
            <a:off x="5724000" y="2006640"/>
            <a:ext cx="4019760" cy="252072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1215000" y="1230840"/>
            <a:ext cx="4365000" cy="414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Distributed Version Control System: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Distributed Version Control Systems (DVCS) offer a more flexible approach to version control by allowing each user to have a complete copy of the repository.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Each user maintains their own local repository, which includes the entire history of changes.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Since each user has a complete copy of the repository, there is no single point of failure.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DVCS excels in merging changes from multiple users, making it easier to manage complex projects.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GIT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215000" y="1626840"/>
            <a:ext cx="5265000" cy="343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Git is a popular distributed version control system.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is used for: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Tracking code changes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Tracking who made changes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Coding collaboration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Developers can work together from anywhere in the world.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Developers can see the full history of the project.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Developers can revert to earlier versions of a project.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200000" y="2432880"/>
            <a:ext cx="1812240" cy="181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215000" y="2028600"/>
            <a:ext cx="5265000" cy="233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Features of GIT: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Open Source.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Scalable.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Speed.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Security.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Distributed.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7200000" y="2324880"/>
            <a:ext cx="1812240" cy="181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215000" y="2028600"/>
            <a:ext cx="5265000" cy="233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Advantages of GIT: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Saves time.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Offline working.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Track Changes.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Undo Mistakes.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200000" y="2324880"/>
            <a:ext cx="1812240" cy="181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GIT Commands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 Commands: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269000" y="1883880"/>
            <a:ext cx="7902000" cy="262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 Commands: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618920" y="1224720"/>
            <a:ext cx="7601400" cy="403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 Commands: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1747440" y="2148120"/>
            <a:ext cx="7344360" cy="13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GIT Commands: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1240200" y="1800000"/>
            <a:ext cx="8659800" cy="290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260000" y="1656000"/>
            <a:ext cx="1980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References: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655000" y="2212200"/>
            <a:ext cx="7065000" cy="124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1"/>
              </a:rPr>
              <a:t>Git Tutorial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2"/>
              </a:rPr>
              <a:t>Version Control System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3"/>
              </a:rPr>
              <a:t>Git and GitHub Introduction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2115000" y="2293920"/>
            <a:ext cx="5985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Thank You!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- Nisanth Saravanan.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2025-03-06T14:11:15Z</dcterms:created>
  <dc:creator/>
  <dc:description/>
  <dc:language>en-GB</dc:language>
  <cp:lastModifiedBy/>
  <dcterms:modified xsi:type="dcterms:W3CDTF">2025-03-13T14:28:07Z</dcterms:modified>
  <cp:revision>54</cp:revision>
  <dc:subject/>
  <dc:title/>
</cp:coreProperties>
</file>