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38.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1" r:id="rId4"/>
    <p:sldMasterId id="2147483652" r:id="rId5"/>
    <p:sldMasterId id="2147483653" r:id="rId6"/>
    <p:sldMasterId id="2147483654" r:id="rId7"/>
    <p:sldMasterId id="2147483656" r:id="rId8"/>
    <p:sldMasterId id="2147483658" r:id="rId9"/>
    <p:sldMasterId id="2147483660" r:id="rId10"/>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85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D9A4C6EF-A196-4187-955E-55FFAD2AB722}"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_">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A5C9A59D-4328-4FEF-AAC7-14D8DE11F30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3.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8;p2" descr=""/>
          <p:cNvPicPr/>
          <p:nvPr/>
        </p:nvPicPr>
        <p:blipFill>
          <a:blip r:embed="rId2"/>
          <a:stretch/>
        </p:blipFill>
        <p:spPr>
          <a:xfrm>
            <a:off x="504000" y="545400"/>
            <a:ext cx="1955520" cy="455400"/>
          </a:xfrm>
          <a:prstGeom prst="rect">
            <a:avLst/>
          </a:prstGeom>
          <a:ln w="0">
            <a:noFill/>
          </a:ln>
        </p:spPr>
      </p:pic>
      <p:sp>
        <p:nvSpPr>
          <p:cNvPr id="1" name="Google Shape;10;p2"/>
          <p:cNvSpPr/>
          <p:nvPr/>
        </p:nvSpPr>
        <p:spPr>
          <a:xfrm>
            <a:off x="4727880" y="5015160"/>
            <a:ext cx="4880880" cy="33840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2" name="Google Shape;11;p2" descr=""/>
          <p:cNvPicPr/>
          <p:nvPr/>
        </p:nvPicPr>
        <p:blipFill>
          <a:blip r:embed="rId3"/>
          <a:stretch/>
        </p:blipFill>
        <p:spPr>
          <a:xfrm>
            <a:off x="0" y="1587960"/>
            <a:ext cx="3509280" cy="4080600"/>
          </a:xfrm>
          <a:prstGeom prst="rect">
            <a:avLst/>
          </a:prstGeom>
          <a:ln w="0">
            <a:noFill/>
          </a:ln>
        </p:spPr>
      </p:pic>
      <p:sp>
        <p:nvSpPr>
          <p:cNvPr id="3"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4"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Google Shape;16;p3" descr=""/>
          <p:cNvPicPr/>
          <p:nvPr/>
        </p:nvPicPr>
        <p:blipFill>
          <a:blip r:embed="rId2"/>
          <a:stretch/>
        </p:blipFill>
        <p:spPr>
          <a:xfrm>
            <a:off x="732960" y="5257440"/>
            <a:ext cx="945720" cy="180720"/>
          </a:xfrm>
          <a:prstGeom prst="rect">
            <a:avLst/>
          </a:prstGeom>
          <a:ln w="0">
            <a:noFill/>
          </a:ln>
        </p:spPr>
      </p:pic>
      <p:pic>
        <p:nvPicPr>
          <p:cNvPr id="8" name="Google Shape;19;p3" descr=""/>
          <p:cNvPicPr/>
          <p:nvPr/>
        </p:nvPicPr>
        <p:blipFill>
          <a:blip r:embed="rId3"/>
          <a:stretch/>
        </p:blipFill>
        <p:spPr>
          <a:xfrm>
            <a:off x="0" y="5168880"/>
            <a:ext cx="676800" cy="503280"/>
          </a:xfrm>
          <a:prstGeom prst="rect">
            <a:avLst/>
          </a:prstGeom>
          <a:ln w="0">
            <a:noFill/>
          </a:ln>
        </p:spPr>
      </p:pic>
      <p:sp>
        <p:nvSpPr>
          <p:cNvPr id="9" name="Google Shape;33;p5"/>
          <p:cNvSpPr/>
          <p:nvPr/>
        </p:nvSpPr>
        <p:spPr>
          <a:xfrm>
            <a:off x="4168440" y="5215680"/>
            <a:ext cx="1767240" cy="26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0" name="PlaceHolder 1"/>
          <p:cNvSpPr>
            <a:spLocks noGrp="1"/>
          </p:cNvSpPr>
          <p:nvPr>
            <p:ph type="sldNum" idx="1"/>
          </p:nvPr>
        </p:nvSpPr>
        <p:spPr>
          <a:xfrm>
            <a:off x="9407160" y="5215680"/>
            <a:ext cx="510840" cy="263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845EB17-51F0-4C28-94EE-A1A9A1A5BB6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 name="PlaceHolder 2"/>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12" name="PlaceHolder 3"/>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Google Shape;25;p4" descr=""/>
          <p:cNvPicPr/>
          <p:nvPr/>
        </p:nvPicPr>
        <p:blipFill>
          <a:blip r:embed="rId2"/>
          <a:stretch/>
        </p:blipFill>
        <p:spPr>
          <a:xfrm>
            <a:off x="732960" y="5257440"/>
            <a:ext cx="945720" cy="180720"/>
          </a:xfrm>
          <a:prstGeom prst="rect">
            <a:avLst/>
          </a:prstGeom>
          <a:ln w="0">
            <a:noFill/>
          </a:ln>
        </p:spPr>
      </p:pic>
      <p:pic>
        <p:nvPicPr>
          <p:cNvPr id="14" name="Google Shape;28;p4" descr=""/>
          <p:cNvPicPr/>
          <p:nvPr/>
        </p:nvPicPr>
        <p:blipFill>
          <a:blip r:embed="rId3"/>
          <a:stretch/>
        </p:blipFill>
        <p:spPr>
          <a:xfrm>
            <a:off x="0" y="5168880"/>
            <a:ext cx="676800" cy="503280"/>
          </a:xfrm>
          <a:prstGeom prst="rect">
            <a:avLst/>
          </a:prstGeom>
          <a:ln w="0">
            <a:noFill/>
          </a:ln>
        </p:spPr>
      </p:pic>
      <p:sp>
        <p:nvSpPr>
          <p:cNvPr id="15" name="Google Shape;33;p5"/>
          <p:cNvSpPr/>
          <p:nvPr/>
        </p:nvSpPr>
        <p:spPr>
          <a:xfrm>
            <a:off x="4168440" y="5215680"/>
            <a:ext cx="1767240" cy="26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6" name="Google Shape;29;p5"/>
          <p:cNvSpPr/>
          <p:nvPr/>
        </p:nvSpPr>
        <p:spPr>
          <a:xfrm>
            <a:off x="5149440" y="1057320"/>
            <a:ext cx="4434120" cy="30600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17" name="PlaceHolder 1"/>
          <p:cNvSpPr>
            <a:spLocks noGrp="1"/>
          </p:cNvSpPr>
          <p:nvPr>
            <p:ph type="sldNum" idx="2"/>
          </p:nvPr>
        </p:nvSpPr>
        <p:spPr>
          <a:xfrm>
            <a:off x="9407160" y="5215680"/>
            <a:ext cx="510840" cy="263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02E1308-0931-497C-A7D3-7D6DC332939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8" name="PlaceHolder 2"/>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19" name="PlaceHolder 3"/>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Google Shape;35;p5" descr=""/>
          <p:cNvPicPr/>
          <p:nvPr/>
        </p:nvPicPr>
        <p:blipFill>
          <a:blip r:embed="rId2"/>
          <a:stretch/>
        </p:blipFill>
        <p:spPr>
          <a:xfrm>
            <a:off x="732960" y="5257440"/>
            <a:ext cx="945720" cy="180720"/>
          </a:xfrm>
          <a:prstGeom prst="rect">
            <a:avLst/>
          </a:prstGeom>
          <a:ln w="0">
            <a:noFill/>
          </a:ln>
        </p:spPr>
      </p:pic>
      <p:pic>
        <p:nvPicPr>
          <p:cNvPr id="21" name="Google Shape;37;p5" descr=""/>
          <p:cNvPicPr/>
          <p:nvPr/>
        </p:nvPicPr>
        <p:blipFill>
          <a:blip r:embed="rId3"/>
          <a:stretch/>
        </p:blipFill>
        <p:spPr>
          <a:xfrm>
            <a:off x="0" y="5168880"/>
            <a:ext cx="676800" cy="503280"/>
          </a:xfrm>
          <a:prstGeom prst="rect">
            <a:avLst/>
          </a:prstGeom>
          <a:ln w="0">
            <a:noFill/>
          </a:ln>
        </p:spPr>
      </p:pic>
      <p:sp>
        <p:nvSpPr>
          <p:cNvPr id="22" name="Google Shape;33;p5"/>
          <p:cNvSpPr/>
          <p:nvPr/>
        </p:nvSpPr>
        <p:spPr>
          <a:xfrm>
            <a:off x="3679560" y="5215680"/>
            <a:ext cx="1767240" cy="26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23" name="PlaceHolder 1"/>
          <p:cNvSpPr>
            <a:spLocks noGrp="1"/>
          </p:cNvSpPr>
          <p:nvPr>
            <p:ph type="sldNum" idx="3"/>
          </p:nvPr>
        </p:nvSpPr>
        <p:spPr>
          <a:xfrm>
            <a:off x="9387720" y="5215680"/>
            <a:ext cx="510840" cy="263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6031E61-B274-484C-83CB-69299FFE9D5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 name="PlaceHolder 2"/>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25" name="PlaceHolder 3"/>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Google Shape;41;p6"/>
          <p:cNvSpPr/>
          <p:nvPr/>
        </p:nvSpPr>
        <p:spPr>
          <a:xfrm>
            <a:off x="987480" y="1573920"/>
            <a:ext cx="1584360" cy="158436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7" name="Google Shape;44;p6"/>
          <p:cNvSpPr/>
          <p:nvPr/>
        </p:nvSpPr>
        <p:spPr>
          <a:xfrm>
            <a:off x="4254120" y="1573920"/>
            <a:ext cx="1584360" cy="158436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8" name="Google Shape;47;p6"/>
          <p:cNvSpPr/>
          <p:nvPr/>
        </p:nvSpPr>
        <p:spPr>
          <a:xfrm>
            <a:off x="7489080" y="1573920"/>
            <a:ext cx="1584360" cy="158436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pic>
        <p:nvPicPr>
          <p:cNvPr id="29" name="Google Shape;50;p6" descr=""/>
          <p:cNvPicPr/>
          <p:nvPr/>
        </p:nvPicPr>
        <p:blipFill>
          <a:blip r:embed="rId2"/>
          <a:stretch/>
        </p:blipFill>
        <p:spPr>
          <a:xfrm>
            <a:off x="732960" y="5257440"/>
            <a:ext cx="945720" cy="180720"/>
          </a:xfrm>
          <a:prstGeom prst="rect">
            <a:avLst/>
          </a:prstGeom>
          <a:ln w="0">
            <a:noFill/>
          </a:ln>
        </p:spPr>
      </p:pic>
      <p:pic>
        <p:nvPicPr>
          <p:cNvPr id="30" name="Google Shape;53;p6" descr=""/>
          <p:cNvPicPr/>
          <p:nvPr/>
        </p:nvPicPr>
        <p:blipFill>
          <a:blip r:embed="rId3"/>
          <a:stretch/>
        </p:blipFill>
        <p:spPr>
          <a:xfrm>
            <a:off x="0" y="5168880"/>
            <a:ext cx="676800" cy="503280"/>
          </a:xfrm>
          <a:prstGeom prst="rect">
            <a:avLst/>
          </a:prstGeom>
          <a:ln w="0">
            <a:noFill/>
          </a:ln>
        </p:spPr>
      </p:pic>
      <p:sp>
        <p:nvSpPr>
          <p:cNvPr id="31" name="Google Shape;33;p5"/>
          <p:cNvSpPr/>
          <p:nvPr/>
        </p:nvSpPr>
        <p:spPr>
          <a:xfrm>
            <a:off x="4168440" y="5215680"/>
            <a:ext cx="1767240" cy="26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2" name="PlaceHolder 1"/>
          <p:cNvSpPr>
            <a:spLocks noGrp="1"/>
          </p:cNvSpPr>
          <p:nvPr>
            <p:ph type="sldNum" idx="4"/>
          </p:nvPr>
        </p:nvSpPr>
        <p:spPr>
          <a:xfrm>
            <a:off x="9387720" y="5215680"/>
            <a:ext cx="510840" cy="263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267D182-CC0C-48B3-9A71-F0FC0BE2461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3" name="PlaceHolder 2"/>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34" name="PlaceHolder 3"/>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Google Shape;57;p7"/>
          <p:cNvSpPr/>
          <p:nvPr/>
        </p:nvSpPr>
        <p:spPr>
          <a:xfrm flipH="1" rot="10800000">
            <a:off x="504000" y="1008720"/>
            <a:ext cx="5256720" cy="29520"/>
          </a:xfrm>
          <a:prstGeom prst="rect">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13680" bIns="13680" anchor="ctr">
            <a:noAutofit/>
          </a:bodyPr>
          <a:p>
            <a:endParaRPr b="0" lang="en-GB" sz="1400" spc="-1" strike="noStrike">
              <a:solidFill>
                <a:srgbClr val="000000"/>
              </a:solidFill>
              <a:latin typeface="Calibri"/>
              <a:ea typeface="Proxima Nova"/>
            </a:endParaRPr>
          </a:p>
        </p:txBody>
      </p:sp>
      <p:pic>
        <p:nvPicPr>
          <p:cNvPr id="36" name="Google Shape;59;p7" descr=""/>
          <p:cNvPicPr/>
          <p:nvPr/>
        </p:nvPicPr>
        <p:blipFill>
          <a:blip r:embed="rId2"/>
          <a:stretch/>
        </p:blipFill>
        <p:spPr>
          <a:xfrm>
            <a:off x="732960" y="5257440"/>
            <a:ext cx="945720" cy="180720"/>
          </a:xfrm>
          <a:prstGeom prst="rect">
            <a:avLst/>
          </a:prstGeom>
          <a:ln w="0">
            <a:noFill/>
          </a:ln>
        </p:spPr>
      </p:pic>
      <p:pic>
        <p:nvPicPr>
          <p:cNvPr id="37" name="Google Shape;60;p7" descr=""/>
          <p:cNvPicPr/>
          <p:nvPr/>
        </p:nvPicPr>
        <p:blipFill>
          <a:blip r:embed="rId3"/>
          <a:stretch/>
        </p:blipFill>
        <p:spPr>
          <a:xfrm>
            <a:off x="0" y="5168880"/>
            <a:ext cx="676800" cy="503280"/>
          </a:xfrm>
          <a:prstGeom prst="rect">
            <a:avLst/>
          </a:prstGeom>
          <a:ln w="0">
            <a:noFill/>
          </a:ln>
        </p:spPr>
      </p:pic>
      <p:grpSp>
        <p:nvGrpSpPr>
          <p:cNvPr id="38" name="Google Shape;61;p7"/>
          <p:cNvGrpSpPr/>
          <p:nvPr/>
        </p:nvGrpSpPr>
        <p:grpSpPr>
          <a:xfrm>
            <a:off x="7172640" y="720"/>
            <a:ext cx="2997000" cy="5532840"/>
            <a:chOff x="7172640" y="720"/>
            <a:chExt cx="2997000" cy="5532840"/>
          </a:xfrm>
        </p:grpSpPr>
        <p:sp>
          <p:nvSpPr>
            <p:cNvPr id="39" name="Google Shape;62;p7"/>
            <p:cNvSpPr/>
            <p:nvPr/>
          </p:nvSpPr>
          <p:spPr>
            <a:xfrm rot="10800000">
              <a:off x="8476200" y="720"/>
              <a:ext cx="1603800" cy="257544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40" name="Google Shape;63;p7"/>
            <p:cNvSpPr/>
            <p:nvPr/>
          </p:nvSpPr>
          <p:spPr>
            <a:xfrm rot="16200000">
              <a:off x="6548760" y="1912680"/>
              <a:ext cx="4244760" cy="299700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41"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42"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Google Shape;65;p8"/>
          <p:cNvSpPr/>
          <p:nvPr/>
        </p:nvSpPr>
        <p:spPr>
          <a:xfrm>
            <a:off x="2394720" y="1605960"/>
            <a:ext cx="5799960" cy="881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44" name="Google Shape;67;p8" descr=""/>
          <p:cNvPicPr/>
          <p:nvPr/>
        </p:nvPicPr>
        <p:blipFill>
          <a:blip r:embed="rId2"/>
          <a:srcRect l="75954" t="0" r="0" b="53050"/>
          <a:stretch/>
        </p:blipFill>
        <p:spPr>
          <a:xfrm>
            <a:off x="0" y="3760920"/>
            <a:ext cx="2257920" cy="1907640"/>
          </a:xfrm>
          <a:prstGeom prst="rect">
            <a:avLst/>
          </a:prstGeom>
          <a:ln w="0">
            <a:noFill/>
          </a:ln>
        </p:spPr>
      </p:pic>
      <p:sp>
        <p:nvSpPr>
          <p:cNvPr id="45" name="Google Shape;68;p8"/>
          <p:cNvSpPr/>
          <p:nvPr/>
        </p:nvSpPr>
        <p:spPr>
          <a:xfrm>
            <a:off x="2387520" y="3707280"/>
            <a:ext cx="7152480" cy="1310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46" name="Google Shape;69;p8"/>
          <p:cNvSpPr/>
          <p:nvPr/>
        </p:nvSpPr>
        <p:spPr>
          <a:xfrm>
            <a:off x="2387520" y="3370320"/>
            <a:ext cx="7156080" cy="3024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4040" bIns="14040" anchor="ctr">
            <a:noAutofit/>
          </a:bodyPr>
          <a:p>
            <a:endParaRPr b="0" lang="en-GB" sz="1400" spc="-1" strike="noStrike">
              <a:solidFill>
                <a:srgbClr val="000000"/>
              </a:solidFill>
              <a:latin typeface="Calibri"/>
              <a:ea typeface="Proxima Nova"/>
            </a:endParaRPr>
          </a:p>
        </p:txBody>
      </p:sp>
      <p:pic>
        <p:nvPicPr>
          <p:cNvPr id="47" name="Google Shape;70;p8" descr=""/>
          <p:cNvPicPr/>
          <p:nvPr/>
        </p:nvPicPr>
        <p:blipFill>
          <a:blip r:embed="rId5"/>
          <a:stretch/>
        </p:blipFill>
        <p:spPr>
          <a:xfrm>
            <a:off x="7572600" y="466200"/>
            <a:ext cx="1967760" cy="457560"/>
          </a:xfrm>
          <a:prstGeom prst="rect">
            <a:avLst/>
          </a:prstGeom>
          <a:ln w="0">
            <a:noFill/>
          </a:ln>
        </p:spPr>
      </p:pic>
      <p:sp>
        <p:nvSpPr>
          <p:cNvPr id="4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49"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0" name="Google Shape;25;p4" descr=""/>
          <p:cNvPicPr/>
          <p:nvPr/>
        </p:nvPicPr>
        <p:blipFill>
          <a:blip r:embed="rId2"/>
          <a:stretch/>
        </p:blipFill>
        <p:spPr>
          <a:xfrm>
            <a:off x="732960" y="5257440"/>
            <a:ext cx="945720" cy="180720"/>
          </a:xfrm>
          <a:prstGeom prst="rect">
            <a:avLst/>
          </a:prstGeom>
          <a:ln w="0">
            <a:noFill/>
          </a:ln>
        </p:spPr>
      </p:pic>
      <p:pic>
        <p:nvPicPr>
          <p:cNvPr id="51" name="Google Shape;28;p4" descr=""/>
          <p:cNvPicPr/>
          <p:nvPr/>
        </p:nvPicPr>
        <p:blipFill>
          <a:blip r:embed="rId3"/>
          <a:stretch/>
        </p:blipFill>
        <p:spPr>
          <a:xfrm>
            <a:off x="0" y="5168880"/>
            <a:ext cx="676800" cy="503280"/>
          </a:xfrm>
          <a:prstGeom prst="rect">
            <a:avLst/>
          </a:prstGeom>
          <a:ln w="0">
            <a:noFill/>
          </a:ln>
        </p:spPr>
      </p:pic>
      <p:sp>
        <p:nvSpPr>
          <p:cNvPr id="52" name="Google Shape;33;p5"/>
          <p:cNvSpPr/>
          <p:nvPr/>
        </p:nvSpPr>
        <p:spPr>
          <a:xfrm>
            <a:off x="4168440" y="5215680"/>
            <a:ext cx="1767240" cy="26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53" name="Google Shape;29;p5"/>
          <p:cNvSpPr/>
          <p:nvPr/>
        </p:nvSpPr>
        <p:spPr>
          <a:xfrm>
            <a:off x="5149440" y="1057320"/>
            <a:ext cx="4434120" cy="30600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54" name="PlaceHolder 1"/>
          <p:cNvSpPr>
            <a:spLocks noGrp="1"/>
          </p:cNvSpPr>
          <p:nvPr>
            <p:ph type="sldNum" idx="5"/>
          </p:nvPr>
        </p:nvSpPr>
        <p:spPr>
          <a:xfrm>
            <a:off x="9407160" y="5215680"/>
            <a:ext cx="510840" cy="263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BF011CC-ABDB-4C60-9F17-1A90DF245AD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5" name="PlaceHolder 2"/>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56" name="PlaceHolder 3"/>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7" name="Google Shape;35;p5" descr=""/>
          <p:cNvPicPr/>
          <p:nvPr/>
        </p:nvPicPr>
        <p:blipFill>
          <a:blip r:embed="rId2"/>
          <a:stretch/>
        </p:blipFill>
        <p:spPr>
          <a:xfrm>
            <a:off x="732960" y="5257440"/>
            <a:ext cx="945720" cy="180720"/>
          </a:xfrm>
          <a:prstGeom prst="rect">
            <a:avLst/>
          </a:prstGeom>
          <a:ln w="0">
            <a:noFill/>
          </a:ln>
        </p:spPr>
      </p:pic>
      <p:pic>
        <p:nvPicPr>
          <p:cNvPr id="58" name="Google Shape;37;p5" descr=""/>
          <p:cNvPicPr/>
          <p:nvPr/>
        </p:nvPicPr>
        <p:blipFill>
          <a:blip r:embed="rId3"/>
          <a:stretch/>
        </p:blipFill>
        <p:spPr>
          <a:xfrm>
            <a:off x="0" y="5168880"/>
            <a:ext cx="676800" cy="503280"/>
          </a:xfrm>
          <a:prstGeom prst="rect">
            <a:avLst/>
          </a:prstGeom>
          <a:ln w="0">
            <a:noFill/>
          </a:ln>
        </p:spPr>
      </p:pic>
      <p:sp>
        <p:nvSpPr>
          <p:cNvPr id="59" name="Google Shape;33;p5"/>
          <p:cNvSpPr/>
          <p:nvPr/>
        </p:nvSpPr>
        <p:spPr>
          <a:xfrm>
            <a:off x="3679560" y="5215680"/>
            <a:ext cx="1767240" cy="26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60" name="PlaceHolder 1"/>
          <p:cNvSpPr>
            <a:spLocks noGrp="1"/>
          </p:cNvSpPr>
          <p:nvPr>
            <p:ph type="sldNum" idx="6"/>
          </p:nvPr>
        </p:nvSpPr>
        <p:spPr>
          <a:xfrm>
            <a:off x="9387720" y="5215680"/>
            <a:ext cx="510840" cy="263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674BD65-0690-4793-9666-4E08E954D83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1" name="PlaceHolder 2"/>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850" spc="-1" strike="noStrike">
                <a:solidFill>
                  <a:srgbClr val="000000"/>
                </a:solidFill>
                <a:latin typeface="Arial"/>
              </a:rPr>
              <a:t>Click to edit the title text format</a:t>
            </a:r>
            <a:endParaRPr b="0" lang="en-GB" sz="4850" spc="-1" strike="noStrike">
              <a:solidFill>
                <a:srgbClr val="000000"/>
              </a:solidFill>
              <a:latin typeface="Arial"/>
            </a:endParaRPr>
          </a:p>
        </p:txBody>
      </p:sp>
      <p:sp>
        <p:nvSpPr>
          <p:cNvPr id="62" name="PlaceHolder 3"/>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559"/>
              </a:spcBef>
              <a:buClr>
                <a:srgbClr val="000000"/>
              </a:buClr>
              <a:buSzPct val="45000"/>
              <a:buFont typeface="Wingdings" charset="2"/>
              <a:buChar char=""/>
            </a:pPr>
            <a:r>
              <a:rPr b="0" lang="en-GB" sz="3530" spc="-1" strike="noStrike">
                <a:solidFill>
                  <a:srgbClr val="000000"/>
                </a:solidFill>
                <a:latin typeface="Arial"/>
              </a:rPr>
              <a:t>Click to edit the outline text format</a:t>
            </a:r>
            <a:endParaRPr b="0" lang="en-GB" sz="3530" spc="-1" strike="noStrike">
              <a:solidFill>
                <a:srgbClr val="000000"/>
              </a:solidFill>
              <a:latin typeface="Arial"/>
            </a:endParaRPr>
          </a:p>
          <a:p>
            <a:pPr lvl="1" marL="864000" indent="-324000">
              <a:spcBef>
                <a:spcPts val="1247"/>
              </a:spcBef>
              <a:buClr>
                <a:srgbClr val="000000"/>
              </a:buClr>
              <a:buSzPct val="75000"/>
              <a:buFont typeface="Symbol" charset="2"/>
              <a:buChar char=""/>
            </a:pPr>
            <a:r>
              <a:rPr b="0" lang="en-GB" sz="3090" spc="-1" strike="noStrike">
                <a:solidFill>
                  <a:srgbClr val="000000"/>
                </a:solidFill>
                <a:latin typeface="Arial"/>
              </a:rPr>
              <a:t>Second Outline Level</a:t>
            </a:r>
            <a:endParaRPr b="0" lang="en-GB" sz="3090" spc="-1" strike="noStrike">
              <a:solidFill>
                <a:srgbClr val="000000"/>
              </a:solidFill>
              <a:latin typeface="Arial"/>
            </a:endParaRPr>
          </a:p>
          <a:p>
            <a:pPr lvl="2" marL="1296000" indent="-288000">
              <a:spcBef>
                <a:spcPts val="935"/>
              </a:spcBef>
              <a:buClr>
                <a:srgbClr val="000000"/>
              </a:buClr>
              <a:buSzPct val="45000"/>
              <a:buFont typeface="Wingdings" charset="2"/>
              <a:buChar char=""/>
            </a:pPr>
            <a:r>
              <a:rPr b="0" lang="en-GB" sz="2640" spc="-1" strike="noStrike">
                <a:solidFill>
                  <a:srgbClr val="000000"/>
                </a:solidFill>
                <a:latin typeface="Arial"/>
              </a:rPr>
              <a:t>Third Outline Level</a:t>
            </a:r>
            <a:endParaRPr b="0" lang="en-GB" sz="2640" spc="-1" strike="noStrike">
              <a:solidFill>
                <a:srgbClr val="000000"/>
              </a:solidFill>
              <a:latin typeface="Arial"/>
            </a:endParaRPr>
          </a:p>
          <a:p>
            <a:pPr lvl="3" marL="1728000" indent="-216000">
              <a:spcBef>
                <a:spcPts val="624"/>
              </a:spcBef>
              <a:buClr>
                <a:srgbClr val="000000"/>
              </a:buClr>
              <a:buSzPct val="75000"/>
              <a:buFont typeface="Symbol" charset="2"/>
              <a:buChar char=""/>
            </a:pPr>
            <a:r>
              <a:rPr b="0" lang="en-GB" sz="2210" spc="-1" strike="noStrike">
                <a:solidFill>
                  <a:srgbClr val="000000"/>
                </a:solidFill>
                <a:latin typeface="Arial"/>
              </a:rPr>
              <a:t>Fourth Outline Level</a:t>
            </a:r>
            <a:endParaRPr b="0" lang="en-GB" sz="2210" spc="-1" strike="noStrike">
              <a:solidFill>
                <a:srgbClr val="000000"/>
              </a:solidFill>
              <a:latin typeface="Arial"/>
            </a:endParaRPr>
          </a:p>
          <a:p>
            <a:pPr lvl="4" marL="2160000" indent="-216000">
              <a:spcBef>
                <a:spcPts val="312"/>
              </a:spcBef>
              <a:buClr>
                <a:srgbClr val="000000"/>
              </a:buClr>
              <a:buSzPct val="45000"/>
              <a:buFont typeface="Wingdings" charset="2"/>
              <a:buChar char=""/>
            </a:pPr>
            <a:r>
              <a:rPr b="0" lang="en-GB" sz="2210" spc="-1" strike="noStrike">
                <a:solidFill>
                  <a:srgbClr val="000000"/>
                </a:solidFill>
                <a:latin typeface="Arial"/>
              </a:rPr>
              <a:t>Fifth Outline Level</a:t>
            </a:r>
            <a:endParaRPr b="0" lang="en-GB" sz="2210" spc="-1" strike="noStrike">
              <a:solidFill>
                <a:srgbClr val="000000"/>
              </a:solidFill>
              <a:latin typeface="Arial"/>
            </a:endParaRPr>
          </a:p>
          <a:p>
            <a:pPr lvl="5" marL="2592000" indent="-216000">
              <a:spcBef>
                <a:spcPts val="312"/>
              </a:spcBef>
              <a:buClr>
                <a:srgbClr val="000000"/>
              </a:buClr>
              <a:buSzPct val="45000"/>
              <a:buFont typeface="Wingdings" charset="2"/>
              <a:buChar char=""/>
            </a:pPr>
            <a:r>
              <a:rPr b="0" lang="en-GB" sz="2210" spc="-1" strike="noStrike">
                <a:solidFill>
                  <a:srgbClr val="000000"/>
                </a:solidFill>
                <a:latin typeface="Arial"/>
              </a:rPr>
              <a:t>Sixth Outline Level</a:t>
            </a:r>
            <a:endParaRPr b="0" lang="en-GB" sz="2210" spc="-1" strike="noStrike">
              <a:solidFill>
                <a:srgbClr val="000000"/>
              </a:solidFill>
              <a:latin typeface="Arial"/>
            </a:endParaRPr>
          </a:p>
          <a:p>
            <a:pPr lvl="6" marL="3024000" indent="-216000">
              <a:spcBef>
                <a:spcPts val="312"/>
              </a:spcBef>
              <a:buClr>
                <a:srgbClr val="000000"/>
              </a:buClr>
              <a:buSzPct val="45000"/>
              <a:buFont typeface="Wingdings" charset="2"/>
              <a:buChar char=""/>
            </a:pPr>
            <a:r>
              <a:rPr b="0" lang="en-GB" sz="2210" spc="-1" strike="noStrike">
                <a:solidFill>
                  <a:srgbClr val="000000"/>
                </a:solidFill>
                <a:latin typeface="Arial"/>
              </a:rPr>
              <a:t>Seventh Outline Level</a:t>
            </a:r>
            <a:endParaRPr b="0" lang="en-GB" sz="221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hyperlink" Target="https://ubuntu.com/tutorials/install-ubuntu-desktop#1-overview" TargetMode="External"/><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7.png"/><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8.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3.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7.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7.png"/><Relationship Id="rId4" Type="http://schemas.openxmlformats.org/officeDocument/2006/relationships/slideLayout" Target="../slideLayouts/slideLayout5.xml"/>
</Relationships>
</file>

<file path=ppt/slides/_rels/slide3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3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3983400" y="2167200"/>
            <a:ext cx="5591880" cy="80892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Linux Q&amp;A</a:t>
            </a:r>
            <a:endParaRPr b="0" lang="en-GB" sz="4400" spc="-1" strike="noStrike">
              <a:solidFill>
                <a:srgbClr val="000000"/>
              </a:solidFill>
              <a:latin typeface="Arial"/>
            </a:endParaRPr>
          </a:p>
        </p:txBody>
      </p:sp>
      <p:sp>
        <p:nvSpPr>
          <p:cNvPr id="64" name="PlaceHolder 2"/>
          <p:cNvSpPr>
            <a:spLocks noGrp="1"/>
          </p:cNvSpPr>
          <p:nvPr>
            <p:ph type="subTitle"/>
          </p:nvPr>
        </p:nvSpPr>
        <p:spPr>
          <a:xfrm>
            <a:off x="3974760" y="2976120"/>
            <a:ext cx="5549400" cy="358200"/>
          </a:xfrm>
          <a:prstGeom prst="rect">
            <a:avLst/>
          </a:prstGeom>
          <a:noFill/>
          <a:ln w="0">
            <a:noFill/>
          </a:ln>
        </p:spPr>
        <p:txBody>
          <a:bodyPr lIns="0" rIns="0" tIns="0" bIns="0" anchor="t">
            <a:noAutofit/>
          </a:bodyPr>
          <a:p>
            <a:pPr indent="0">
              <a:lnSpc>
                <a:spcPct val="100000"/>
              </a:lnSpc>
              <a:buNone/>
              <a:tabLst>
                <a:tab algn="l" pos="0"/>
              </a:tabLst>
            </a:pPr>
            <a:r>
              <a:rPr b="0" lang="en" sz="1800" spc="-1" strike="noStrike">
                <a:solidFill>
                  <a:srgbClr val="000000"/>
                </a:solidFill>
                <a:latin typeface="Calibri"/>
                <a:ea typeface="Calibri"/>
              </a:rPr>
              <a:t>A list of Linux related Q&amp;As.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1179720"/>
            <a:ext cx="5256720" cy="281592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FAQs of Linux!</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517680" y="316800"/>
            <a:ext cx="9057600" cy="69048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67" name="Google Shape;138;p 2"/>
          <p:cNvSpPr/>
          <p:nvPr/>
        </p:nvSpPr>
        <p:spPr>
          <a:xfrm>
            <a:off x="502560" y="996480"/>
            <a:ext cx="4410360" cy="3283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How to Login to Linux Operating System? </a:t>
            </a:r>
            <a:endParaRPr b="0" lang="en-GB" sz="1800" spc="-1" strike="noStrike">
              <a:solidFill>
                <a:srgbClr val="000000"/>
              </a:solidFill>
              <a:latin typeface="Arial"/>
            </a:endParaRPr>
          </a:p>
        </p:txBody>
      </p:sp>
      <p:sp>
        <p:nvSpPr>
          <p:cNvPr id="68" name="Google Shape;139;p 2"/>
          <p:cNvSpPr/>
          <p:nvPr/>
        </p:nvSpPr>
        <p:spPr>
          <a:xfrm>
            <a:off x="505080" y="1424880"/>
            <a:ext cx="4246560" cy="3195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To log in to a Linux operating system, boot the system and wait for the login prompt.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If using a graphical user interface (GUI), enter the username and password in the provided fields.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In a command-line interface (CLI) environment, type the username and press Enter, then type the password and press Enter again.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If logging in remotely, use SSH by executing `ssh username@hostname` from another machine. </a:t>
            </a:r>
            <a:endParaRPr b="0" lang="en-GB" sz="1200" spc="-1" strike="noStrike">
              <a:solidFill>
                <a:srgbClr val="000000"/>
              </a:solidFill>
              <a:latin typeface="Arial"/>
            </a:endParaRPr>
          </a:p>
        </p:txBody>
      </p:sp>
      <p:sp>
        <p:nvSpPr>
          <p:cNvPr id="69" name="Google Shape;140;p 2"/>
          <p:cNvSpPr/>
          <p:nvPr/>
        </p:nvSpPr>
        <p:spPr>
          <a:xfrm>
            <a:off x="5338440" y="102492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How to Implement Linux OS?</a:t>
            </a:r>
            <a:endParaRPr b="0" lang="en-GB" sz="1800" spc="-1" strike="noStrike">
              <a:solidFill>
                <a:srgbClr val="000000"/>
              </a:solidFill>
              <a:latin typeface="Arial"/>
            </a:endParaRPr>
          </a:p>
        </p:txBody>
      </p:sp>
      <p:sp>
        <p:nvSpPr>
          <p:cNvPr id="70" name="Google Shape;141;p 2"/>
          <p:cNvSpPr/>
          <p:nvPr/>
        </p:nvSpPr>
        <p:spPr>
          <a:xfrm>
            <a:off x="5332320" y="1422000"/>
            <a:ext cx="4158720" cy="34164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Implementing Linux involves downloading a distribution such as Ubuntu, Fedora, or Debian and installing it on a machine.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The process includes creating a bootable USB drive using software like Rufus or Balena Etcher, configuring the BIOS/UEFI settings to boot from USB, and following the installation wizard.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Post-installation steps include setting up user accounts, updating packages, and configuring system preferences. </a:t>
            </a:r>
            <a:endParaRPr b="0" lang="en-GB" sz="1200" spc="-1" strike="noStrike">
              <a:solidFill>
                <a:srgbClr val="000000"/>
              </a:solidFill>
              <a:latin typeface="Arial"/>
            </a:endParaRPr>
          </a:p>
        </p:txBody>
      </p:sp>
      <p:sp>
        <p:nvSpPr>
          <p:cNvPr id="71" name="PlaceHolder 2"/>
          <p:cNvSpPr>
            <a:spLocks noGrp="1"/>
          </p:cNvSpPr>
          <p:nvPr>
            <p:ph type="sldNum" idx="7"/>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087742B-40E7-4F56-BD09-A4523E72CCD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1"/>
          <a:srcRect l="0" t="0" r="59685" b="-341"/>
          <a:stretch/>
        </p:blipFill>
        <p:spPr>
          <a:xfrm>
            <a:off x="5504400" y="-2160"/>
            <a:ext cx="4581000" cy="5703840"/>
          </a:xfrm>
          <a:prstGeom prst="rect">
            <a:avLst/>
          </a:prstGeom>
          <a:ln w="36000">
            <a:noFill/>
          </a:ln>
        </p:spPr>
      </p:pic>
      <p:pic>
        <p:nvPicPr>
          <p:cNvPr id="73" name="Picture 1" descr=""/>
          <p:cNvPicPr/>
          <p:nvPr/>
        </p:nvPicPr>
        <p:blipFill>
          <a:blip r:embed="rId2"/>
          <a:stretch/>
        </p:blipFill>
        <p:spPr>
          <a:xfrm rot="16200000">
            <a:off x="7066080" y="2643120"/>
            <a:ext cx="1484640" cy="4631400"/>
          </a:xfrm>
          <a:prstGeom prst="rect">
            <a:avLst/>
          </a:prstGeom>
          <a:ln w="0">
            <a:noFill/>
          </a:ln>
        </p:spPr>
      </p:pic>
      <p:sp>
        <p:nvSpPr>
          <p:cNvPr id="74" name="PlaceHolder 1"/>
          <p:cNvSpPr>
            <a:spLocks noGrp="1"/>
          </p:cNvSpPr>
          <p:nvPr>
            <p:ph type="sldNum" idx="8"/>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9852667-1B20-4E36-86A0-D42F923A92A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7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76" name="Google Shape;158;p 2"/>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Password?</a:t>
            </a:r>
            <a:endParaRPr b="0" lang="en-GB" sz="1600" spc="-1" strike="noStrike">
              <a:solidFill>
                <a:srgbClr val="000000"/>
              </a:solidFill>
              <a:latin typeface="Arial"/>
            </a:endParaRPr>
          </a:p>
        </p:txBody>
      </p:sp>
      <p:sp>
        <p:nvSpPr>
          <p:cNvPr id="77" name="Google Shape;159;p 2"/>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change the password, use the `passwd` command in the terminal.</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Type `passwd`, press Enter, and provide the current password followed by the new password twice. </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For changing another user’s password, use `sudo passwd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Num" idx="9"/>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1E6D0DA-F4DE-4767-AEEF-20B14087501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79"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80" name="Google Shape;158;p 3"/>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We Are Listing Directories and Files?</a:t>
            </a:r>
            <a:endParaRPr b="0" lang="en-GB" sz="1600" spc="-1" strike="noStrike">
              <a:solidFill>
                <a:srgbClr val="000000"/>
              </a:solidFill>
              <a:latin typeface="Arial"/>
            </a:endParaRPr>
          </a:p>
        </p:txBody>
      </p:sp>
      <p:sp>
        <p:nvSpPr>
          <p:cNvPr id="81" name="Google Shape;159;p 3"/>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Files and directories can be listed using the `ls` command.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Running `ls` displays non-hidden files, while `ls -l` provides detailed information.</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To include hidden files, use `ls -la`.</a:t>
            </a:r>
            <a:endParaRPr b="0" lang="en-GB" sz="1200" spc="-1" strike="noStrike">
              <a:solidFill>
                <a:srgbClr val="000000"/>
              </a:solidFill>
              <a:latin typeface="Arial"/>
            </a:endParaRPr>
          </a:p>
        </p:txBody>
      </p:sp>
      <p:pic>
        <p:nvPicPr>
          <p:cNvPr id="82" name="" descr=""/>
          <p:cNvPicPr/>
          <p:nvPr/>
        </p:nvPicPr>
        <p:blipFill>
          <a:blip r:embed="rId1"/>
          <a:stretch/>
        </p:blipFill>
        <p:spPr>
          <a:xfrm>
            <a:off x="4890600" y="1291680"/>
            <a:ext cx="5022000" cy="3086640"/>
          </a:xfrm>
          <a:prstGeom prst="rect">
            <a:avLst/>
          </a:prstGeom>
          <a:ln w="36000">
            <a:noFill/>
          </a:ln>
        </p:spPr>
      </p:pic>
      <p:pic>
        <p:nvPicPr>
          <p:cNvPr id="83" name="Picture 9" descr=""/>
          <p:cNvPicPr/>
          <p:nvPr/>
        </p:nvPicPr>
        <p:blipFill>
          <a:blip r:embed="rId2"/>
          <a:stretch/>
        </p:blipFill>
        <p:spPr>
          <a:xfrm rot="16200000">
            <a:off x="6660000" y="1123920"/>
            <a:ext cx="1484640" cy="50238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 descr=""/>
          <p:cNvPicPr/>
          <p:nvPr/>
        </p:nvPicPr>
        <p:blipFill>
          <a:blip r:embed="rId1"/>
          <a:srcRect l="0" t="0" r="59623" b="-340"/>
          <a:stretch/>
        </p:blipFill>
        <p:spPr>
          <a:xfrm>
            <a:off x="5504400" y="-2160"/>
            <a:ext cx="4581000" cy="5703840"/>
          </a:xfrm>
          <a:prstGeom prst="rect">
            <a:avLst/>
          </a:prstGeom>
          <a:ln w="36000">
            <a:noFill/>
          </a:ln>
        </p:spPr>
      </p:pic>
      <p:pic>
        <p:nvPicPr>
          <p:cNvPr id="85" name="Picture 3" descr=""/>
          <p:cNvPicPr/>
          <p:nvPr/>
        </p:nvPicPr>
        <p:blipFill>
          <a:blip r:embed="rId2"/>
          <a:stretch/>
        </p:blipFill>
        <p:spPr>
          <a:xfrm rot="16200000">
            <a:off x="7066080" y="2643120"/>
            <a:ext cx="1484640" cy="4631400"/>
          </a:xfrm>
          <a:prstGeom prst="rect">
            <a:avLst/>
          </a:prstGeom>
          <a:ln w="0">
            <a:noFill/>
          </a:ln>
        </p:spPr>
      </p:pic>
      <p:sp>
        <p:nvSpPr>
          <p:cNvPr id="86" name="PlaceHolder 1"/>
          <p:cNvSpPr>
            <a:spLocks noGrp="1"/>
          </p:cNvSpPr>
          <p:nvPr>
            <p:ph type="sldNum" idx="10"/>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D3A9CCB-B7F6-4BBD-B4CC-98DDE739509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87"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88" name="Google Shape;158;p 4"/>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Directories?</a:t>
            </a:r>
            <a:endParaRPr b="0" lang="en-GB" sz="1600" spc="-1" strike="noStrike">
              <a:solidFill>
                <a:srgbClr val="000000"/>
              </a:solidFill>
              <a:latin typeface="Arial"/>
            </a:endParaRPr>
          </a:p>
        </p:txBody>
      </p:sp>
      <p:sp>
        <p:nvSpPr>
          <p:cNvPr id="89" name="Google Shape;159;p 4"/>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navigate directories, use the `cd` command followed by the directory name.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For example, `cd Documents` moves to the Documents directory.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To return to the home directory, use `cd ~`, and to go up one level, use `cd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descr=""/>
          <p:cNvPicPr/>
          <p:nvPr/>
        </p:nvPicPr>
        <p:blipFill>
          <a:blip r:embed="rId1"/>
          <a:srcRect l="0" t="0" r="59623" b="-340"/>
          <a:stretch/>
        </p:blipFill>
        <p:spPr>
          <a:xfrm>
            <a:off x="5504400" y="-2160"/>
            <a:ext cx="4581000" cy="5703840"/>
          </a:xfrm>
          <a:prstGeom prst="rect">
            <a:avLst/>
          </a:prstGeom>
          <a:ln w="36000">
            <a:noFill/>
          </a:ln>
        </p:spPr>
      </p:pic>
      <p:pic>
        <p:nvPicPr>
          <p:cNvPr id="91" name="Picture 2" descr=""/>
          <p:cNvPicPr/>
          <p:nvPr/>
        </p:nvPicPr>
        <p:blipFill>
          <a:blip r:embed="rId2"/>
          <a:stretch/>
        </p:blipFill>
        <p:spPr>
          <a:xfrm rot="16200000">
            <a:off x="7066080" y="2643120"/>
            <a:ext cx="1484640" cy="4631400"/>
          </a:xfrm>
          <a:prstGeom prst="rect">
            <a:avLst/>
          </a:prstGeom>
          <a:ln w="0">
            <a:noFill/>
          </a:ln>
        </p:spPr>
      </p:pic>
      <p:sp>
        <p:nvSpPr>
          <p:cNvPr id="92" name="PlaceHolder 1"/>
          <p:cNvSpPr>
            <a:spLocks noGrp="1"/>
          </p:cNvSpPr>
          <p:nvPr>
            <p:ph type="sldNum" idx="11"/>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EC874F8-5FC9-4D2A-81F1-C7CFF2436D7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9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94" name="Google Shape;158;p 5"/>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Who Are You?</a:t>
            </a:r>
            <a:endParaRPr b="0" lang="en-GB" sz="1600" spc="-1" strike="noStrike">
              <a:solidFill>
                <a:srgbClr val="000000"/>
              </a:solidFill>
              <a:latin typeface="Arial"/>
            </a:endParaRPr>
          </a:p>
        </p:txBody>
      </p:sp>
      <p:sp>
        <p:nvSpPr>
          <p:cNvPr id="95" name="Google Shape;159;p 5"/>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identify the logged-in user, run the `whoami` command. This command prints the username currently in use.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 descr=""/>
          <p:cNvPicPr/>
          <p:nvPr/>
        </p:nvPicPr>
        <p:blipFill>
          <a:blip r:embed="rId1"/>
          <a:srcRect l="0" t="0" r="59623" b="-342"/>
          <a:stretch/>
        </p:blipFill>
        <p:spPr>
          <a:xfrm>
            <a:off x="5504400" y="-2160"/>
            <a:ext cx="4581000" cy="5703840"/>
          </a:xfrm>
          <a:prstGeom prst="rect">
            <a:avLst/>
          </a:prstGeom>
          <a:ln w="36000">
            <a:noFill/>
          </a:ln>
        </p:spPr>
      </p:pic>
      <p:pic>
        <p:nvPicPr>
          <p:cNvPr id="97" name="Picture 4" descr=""/>
          <p:cNvPicPr/>
          <p:nvPr/>
        </p:nvPicPr>
        <p:blipFill>
          <a:blip r:embed="rId2"/>
          <a:stretch/>
        </p:blipFill>
        <p:spPr>
          <a:xfrm rot="16200000">
            <a:off x="7066080" y="2643120"/>
            <a:ext cx="1484640" cy="4631400"/>
          </a:xfrm>
          <a:prstGeom prst="rect">
            <a:avLst/>
          </a:prstGeom>
          <a:ln w="0">
            <a:noFill/>
          </a:ln>
        </p:spPr>
      </p:pic>
      <p:sp>
        <p:nvSpPr>
          <p:cNvPr id="98" name="PlaceHolder 1"/>
          <p:cNvSpPr>
            <a:spLocks noGrp="1"/>
          </p:cNvSpPr>
          <p:nvPr>
            <p:ph type="sldNum" idx="12"/>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F944403-9D92-4412-AD48-60E93450C3B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99"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00" name="Google Shape;158;p 6"/>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Who is Logged in?</a:t>
            </a:r>
            <a:endParaRPr b="0" lang="en-GB" sz="1600" spc="-1" strike="noStrike">
              <a:solidFill>
                <a:srgbClr val="000000"/>
              </a:solidFill>
              <a:latin typeface="Arial"/>
            </a:endParaRPr>
          </a:p>
        </p:txBody>
      </p:sp>
      <p:sp>
        <p:nvSpPr>
          <p:cNvPr id="101" name="Google Shape;159;p 6"/>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see all logged-in users, use the `who` command, which lists active sessions along with login times and originating terminals.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 descr=""/>
          <p:cNvPicPr/>
          <p:nvPr/>
        </p:nvPicPr>
        <p:blipFill>
          <a:blip r:embed="rId1"/>
          <a:srcRect l="0" t="0" r="59685" b="-341"/>
          <a:stretch/>
        </p:blipFill>
        <p:spPr>
          <a:xfrm>
            <a:off x="5504400" y="-2160"/>
            <a:ext cx="4581000" cy="5703840"/>
          </a:xfrm>
          <a:prstGeom prst="rect">
            <a:avLst/>
          </a:prstGeom>
          <a:ln w="36000">
            <a:noFill/>
          </a:ln>
        </p:spPr>
      </p:pic>
      <p:pic>
        <p:nvPicPr>
          <p:cNvPr id="103" name="Picture 5" descr=""/>
          <p:cNvPicPr/>
          <p:nvPr/>
        </p:nvPicPr>
        <p:blipFill>
          <a:blip r:embed="rId2"/>
          <a:stretch/>
        </p:blipFill>
        <p:spPr>
          <a:xfrm rot="16200000">
            <a:off x="7066080" y="2643120"/>
            <a:ext cx="1484640" cy="4631400"/>
          </a:xfrm>
          <a:prstGeom prst="rect">
            <a:avLst/>
          </a:prstGeom>
          <a:ln w="0">
            <a:noFill/>
          </a:ln>
        </p:spPr>
      </p:pic>
      <p:sp>
        <p:nvSpPr>
          <p:cNvPr id="104" name="PlaceHolder 1"/>
          <p:cNvSpPr>
            <a:spLocks noGrp="1"/>
          </p:cNvSpPr>
          <p:nvPr>
            <p:ph type="sldNum" idx="13"/>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38AF6AD-29DD-4455-B4D3-3B5030924C2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0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06" name="Google Shape;158;p 7"/>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List Hidden or Invisible Files?</a:t>
            </a:r>
            <a:endParaRPr b="0" lang="en-GB" sz="1600" spc="-1" strike="noStrike">
              <a:solidFill>
                <a:srgbClr val="000000"/>
              </a:solidFill>
              <a:latin typeface="Arial"/>
            </a:endParaRPr>
          </a:p>
        </p:txBody>
      </p:sp>
      <p:sp>
        <p:nvSpPr>
          <p:cNvPr id="107" name="Google Shape;159;p 7"/>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Hidden files in Linus environments begin with a dot (`.`) and can be displayed using `ls -la`.</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 descr=""/>
          <p:cNvPicPr/>
          <p:nvPr/>
        </p:nvPicPr>
        <p:blipFill>
          <a:blip r:embed="rId1"/>
          <a:srcRect l="0" t="0" r="59623" b="-341"/>
          <a:stretch/>
        </p:blipFill>
        <p:spPr>
          <a:xfrm>
            <a:off x="5504400" y="-2160"/>
            <a:ext cx="4581000" cy="5703840"/>
          </a:xfrm>
          <a:prstGeom prst="rect">
            <a:avLst/>
          </a:prstGeom>
          <a:ln w="36000">
            <a:noFill/>
          </a:ln>
        </p:spPr>
      </p:pic>
      <p:pic>
        <p:nvPicPr>
          <p:cNvPr id="109" name="Picture 6" descr=""/>
          <p:cNvPicPr/>
          <p:nvPr/>
        </p:nvPicPr>
        <p:blipFill>
          <a:blip r:embed="rId2"/>
          <a:stretch/>
        </p:blipFill>
        <p:spPr>
          <a:xfrm rot="16200000">
            <a:off x="7066080" y="2643120"/>
            <a:ext cx="1484640" cy="4631400"/>
          </a:xfrm>
          <a:prstGeom prst="rect">
            <a:avLst/>
          </a:prstGeom>
          <a:ln w="0">
            <a:noFill/>
          </a:ln>
        </p:spPr>
      </p:pic>
      <p:sp>
        <p:nvSpPr>
          <p:cNvPr id="110" name="PlaceHolder 1"/>
          <p:cNvSpPr>
            <a:spLocks noGrp="1"/>
          </p:cNvSpPr>
          <p:nvPr>
            <p:ph type="sldNum" idx="14"/>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450376E-BD32-4B1F-A67B-1BD5CF58CE6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1"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12" name="Google Shape;158;p 8"/>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List Directories?</a:t>
            </a:r>
            <a:endParaRPr b="0" lang="en-GB" sz="1600" spc="-1" strike="noStrike">
              <a:solidFill>
                <a:srgbClr val="000000"/>
              </a:solidFill>
              <a:latin typeface="Arial"/>
            </a:endParaRPr>
          </a:p>
        </p:txBody>
      </p:sp>
      <p:sp>
        <p:nvSpPr>
          <p:cNvPr id="113" name="Google Shape;159;p 8"/>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list only directories, use `ls -d */` or `ls -l | grep "^d"`.</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4" name="" descr=""/>
          <p:cNvPicPr/>
          <p:nvPr/>
        </p:nvPicPr>
        <p:blipFill>
          <a:blip r:embed="rId1"/>
          <a:srcRect l="0" t="0" r="59745" b="-340"/>
          <a:stretch/>
        </p:blipFill>
        <p:spPr>
          <a:xfrm>
            <a:off x="5504400" y="-2160"/>
            <a:ext cx="4581000" cy="5703840"/>
          </a:xfrm>
          <a:prstGeom prst="rect">
            <a:avLst/>
          </a:prstGeom>
          <a:ln w="36000">
            <a:noFill/>
          </a:ln>
        </p:spPr>
      </p:pic>
      <p:pic>
        <p:nvPicPr>
          <p:cNvPr id="115" name="Picture 7" descr=""/>
          <p:cNvPicPr/>
          <p:nvPr/>
        </p:nvPicPr>
        <p:blipFill>
          <a:blip r:embed="rId2"/>
          <a:stretch/>
        </p:blipFill>
        <p:spPr>
          <a:xfrm rot="16200000">
            <a:off x="7066080" y="2643120"/>
            <a:ext cx="1484640" cy="4631400"/>
          </a:xfrm>
          <a:prstGeom prst="rect">
            <a:avLst/>
          </a:prstGeom>
          <a:ln w="0">
            <a:noFill/>
          </a:ln>
        </p:spPr>
      </p:pic>
      <p:sp>
        <p:nvSpPr>
          <p:cNvPr id="116" name="PlaceHolder 1"/>
          <p:cNvSpPr>
            <a:spLocks noGrp="1"/>
          </p:cNvSpPr>
          <p:nvPr>
            <p:ph type="sldNum" idx="15"/>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02F7E64-3B57-4B30-9BAF-C512F260C91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7"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18" name="Google Shape;158;p 9"/>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Remove Directories?</a:t>
            </a:r>
            <a:endParaRPr b="0" lang="en-GB" sz="1600" spc="-1" strike="noStrike">
              <a:solidFill>
                <a:srgbClr val="000000"/>
              </a:solidFill>
              <a:latin typeface="Arial"/>
            </a:endParaRPr>
          </a:p>
        </p:txBody>
      </p:sp>
      <p:sp>
        <p:nvSpPr>
          <p:cNvPr id="119" name="Google Shape;159;p 9"/>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delete empty directories, use `rmdir directory_name`. To remove directories and their contents, use `rm -r directory_name`.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 descr=""/>
          <p:cNvPicPr/>
          <p:nvPr/>
        </p:nvPicPr>
        <p:blipFill>
          <a:blip r:embed="rId1"/>
          <a:srcRect l="0" t="0" r="59563" b="-342"/>
          <a:stretch/>
        </p:blipFill>
        <p:spPr>
          <a:xfrm>
            <a:off x="5504400" y="-2160"/>
            <a:ext cx="4581000" cy="5703840"/>
          </a:xfrm>
          <a:prstGeom prst="rect">
            <a:avLst/>
          </a:prstGeom>
          <a:ln w="36000">
            <a:noFill/>
          </a:ln>
        </p:spPr>
      </p:pic>
      <p:pic>
        <p:nvPicPr>
          <p:cNvPr id="121" name="Picture 8" descr=""/>
          <p:cNvPicPr/>
          <p:nvPr/>
        </p:nvPicPr>
        <p:blipFill>
          <a:blip r:embed="rId2"/>
          <a:stretch/>
        </p:blipFill>
        <p:spPr>
          <a:xfrm rot="16200000">
            <a:off x="7066080" y="2643120"/>
            <a:ext cx="1484640" cy="4631400"/>
          </a:xfrm>
          <a:prstGeom prst="rect">
            <a:avLst/>
          </a:prstGeom>
          <a:ln w="0">
            <a:noFill/>
          </a:ln>
        </p:spPr>
      </p:pic>
      <p:sp>
        <p:nvSpPr>
          <p:cNvPr id="122" name="PlaceHolder 1"/>
          <p:cNvSpPr>
            <a:spLocks noGrp="1"/>
          </p:cNvSpPr>
          <p:nvPr>
            <p:ph type="sldNum" idx="16"/>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737918F-E561-4CB8-889C-AD3D2B96BA8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2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24" name="Google Shape;158;p 10"/>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Rename Directories?</a:t>
            </a:r>
            <a:endParaRPr b="0" lang="en-GB" sz="1600" spc="-1" strike="noStrike">
              <a:solidFill>
                <a:srgbClr val="000000"/>
              </a:solidFill>
              <a:latin typeface="Arial"/>
            </a:endParaRPr>
          </a:p>
        </p:txBody>
      </p:sp>
      <p:sp>
        <p:nvSpPr>
          <p:cNvPr id="125" name="Google Shape;159;p 10"/>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Renaming directories is done with the `mv` command: `mv old_directory_name new_directory_name`.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517680" y="316800"/>
            <a:ext cx="9057600" cy="69048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27" name="Google Shape;138;p 3"/>
          <p:cNvSpPr/>
          <p:nvPr/>
        </p:nvSpPr>
        <p:spPr>
          <a:xfrm>
            <a:off x="502560" y="996480"/>
            <a:ext cx="4410360" cy="3283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How to Download Ubuntu OS?</a:t>
            </a:r>
            <a:endParaRPr b="0" lang="en-GB" sz="1800" spc="-1" strike="noStrike">
              <a:solidFill>
                <a:srgbClr val="000000"/>
              </a:solidFill>
              <a:latin typeface="Arial"/>
            </a:endParaRPr>
          </a:p>
        </p:txBody>
      </p:sp>
      <p:sp>
        <p:nvSpPr>
          <p:cNvPr id="128" name="Google Shape;139;p 3"/>
          <p:cNvSpPr/>
          <p:nvPr/>
        </p:nvSpPr>
        <p:spPr>
          <a:xfrm>
            <a:off x="505080" y="1424880"/>
            <a:ext cx="4246560" cy="3195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To download the Ubuntu operating system, visit the Ubuntu website and choose the "Download Desktop" option, then select the latest LTS version to download the ISO file, which you'll then use to create a bootable USB drive for installation.</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u="sng">
                <a:solidFill>
                  <a:schemeClr val="dk1"/>
                </a:solidFill>
                <a:uFillTx/>
                <a:latin typeface="Calibri"/>
                <a:ea typeface="Arial"/>
                <a:hlinkClick r:id="rId1"/>
              </a:rPr>
              <a:t>Install Ubuntu Desktop</a:t>
            </a:r>
            <a:r>
              <a:rPr b="0" lang="en-US" sz="1200" spc="-1" strike="noStrike" u="sng">
                <a:solidFill>
                  <a:schemeClr val="dk1"/>
                </a:solidFill>
                <a:uFillTx/>
                <a:latin typeface="Calibri"/>
                <a:ea typeface="Arial"/>
              </a:rPr>
              <a:t> </a:t>
            </a:r>
            <a:endParaRPr b="0" lang="en-GB" sz="1200" spc="-1" strike="noStrike">
              <a:solidFill>
                <a:srgbClr val="000000"/>
              </a:solidFill>
              <a:latin typeface="Arial"/>
            </a:endParaRPr>
          </a:p>
        </p:txBody>
      </p:sp>
      <p:sp>
        <p:nvSpPr>
          <p:cNvPr id="129" name="Google Shape;140;p 3"/>
          <p:cNvSpPr/>
          <p:nvPr/>
        </p:nvSpPr>
        <p:spPr>
          <a:xfrm>
            <a:off x="5338440" y="102492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How to Install Ubuntu OS?</a:t>
            </a:r>
            <a:endParaRPr b="0" lang="en-GB" sz="1800" spc="-1" strike="noStrike">
              <a:solidFill>
                <a:srgbClr val="000000"/>
              </a:solidFill>
              <a:latin typeface="Arial"/>
            </a:endParaRPr>
          </a:p>
        </p:txBody>
      </p:sp>
      <p:sp>
        <p:nvSpPr>
          <p:cNvPr id="130" name="Google Shape;141;p 3"/>
          <p:cNvSpPr/>
          <p:nvPr/>
        </p:nvSpPr>
        <p:spPr>
          <a:xfrm>
            <a:off x="5332320" y="1422000"/>
            <a:ext cx="4158720" cy="34164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Create a bootable USB, configure boot settings, and follow the installation prompts, setting up partitions and user accounts.</a:t>
            </a:r>
            <a:endParaRPr b="0" lang="en-GB" sz="1200" spc="-1" strike="noStrike">
              <a:solidFill>
                <a:srgbClr val="000000"/>
              </a:solidFill>
              <a:latin typeface="Arial"/>
            </a:endParaRPr>
          </a:p>
        </p:txBody>
      </p:sp>
      <p:sp>
        <p:nvSpPr>
          <p:cNvPr id="131" name="PlaceHolder 2"/>
          <p:cNvSpPr>
            <a:spLocks noGrp="1"/>
          </p:cNvSpPr>
          <p:nvPr>
            <p:ph type="sldNum" idx="17"/>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98D8792-870E-4C8E-8B22-85AA1813506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 descr=""/>
          <p:cNvPicPr/>
          <p:nvPr/>
        </p:nvPicPr>
        <p:blipFill>
          <a:blip r:embed="rId1"/>
          <a:srcRect l="0" t="0" r="59502" b="-342"/>
          <a:stretch/>
        </p:blipFill>
        <p:spPr>
          <a:xfrm>
            <a:off x="5504400" y="-2160"/>
            <a:ext cx="4581000" cy="5703840"/>
          </a:xfrm>
          <a:prstGeom prst="rect">
            <a:avLst/>
          </a:prstGeom>
          <a:ln w="36000">
            <a:noFill/>
          </a:ln>
        </p:spPr>
      </p:pic>
      <p:pic>
        <p:nvPicPr>
          <p:cNvPr id="133" name="Picture 10" descr=""/>
          <p:cNvPicPr/>
          <p:nvPr/>
        </p:nvPicPr>
        <p:blipFill>
          <a:blip r:embed="rId2"/>
          <a:stretch/>
        </p:blipFill>
        <p:spPr>
          <a:xfrm rot="16200000">
            <a:off x="7066080" y="2643120"/>
            <a:ext cx="1484640" cy="4631400"/>
          </a:xfrm>
          <a:prstGeom prst="rect">
            <a:avLst/>
          </a:prstGeom>
          <a:ln w="0">
            <a:noFill/>
          </a:ln>
        </p:spPr>
      </p:pic>
      <p:sp>
        <p:nvSpPr>
          <p:cNvPr id="134" name="PlaceHolder 1"/>
          <p:cNvSpPr>
            <a:spLocks noGrp="1"/>
          </p:cNvSpPr>
          <p:nvPr>
            <p:ph type="sldNum" idx="18"/>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2A76D3B-8B9D-4F2A-B651-6F0C240A34A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3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36" name="Google Shape;158;p 11"/>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Install Software on Ubuntu?</a:t>
            </a:r>
            <a:endParaRPr b="0" lang="en-GB" sz="1600" spc="-1" strike="noStrike">
              <a:solidFill>
                <a:srgbClr val="000000"/>
              </a:solidFill>
              <a:latin typeface="Arial"/>
            </a:endParaRPr>
          </a:p>
        </p:txBody>
      </p:sp>
      <p:sp>
        <p:nvSpPr>
          <p:cNvPr id="137" name="Google Shape;159;p 11"/>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`sudo apt install package_name` for APT-based distributions or `sudo dnf install package_name` for Fedora.</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8" name="" descr=""/>
          <p:cNvPicPr/>
          <p:nvPr/>
        </p:nvPicPr>
        <p:blipFill>
          <a:blip r:embed="rId1"/>
          <a:srcRect l="0" t="0" r="59380" b="-341"/>
          <a:stretch/>
        </p:blipFill>
        <p:spPr>
          <a:xfrm>
            <a:off x="5504400" y="-2160"/>
            <a:ext cx="4581000" cy="5703840"/>
          </a:xfrm>
          <a:prstGeom prst="rect">
            <a:avLst/>
          </a:prstGeom>
          <a:ln w="36000">
            <a:noFill/>
          </a:ln>
        </p:spPr>
      </p:pic>
      <p:pic>
        <p:nvPicPr>
          <p:cNvPr id="139" name="Picture 11" descr=""/>
          <p:cNvPicPr/>
          <p:nvPr/>
        </p:nvPicPr>
        <p:blipFill>
          <a:blip r:embed="rId2"/>
          <a:stretch/>
        </p:blipFill>
        <p:spPr>
          <a:xfrm rot="16200000">
            <a:off x="7066080" y="2643120"/>
            <a:ext cx="1484640" cy="4631400"/>
          </a:xfrm>
          <a:prstGeom prst="rect">
            <a:avLst/>
          </a:prstGeom>
          <a:ln w="0">
            <a:noFill/>
          </a:ln>
        </p:spPr>
      </p:pic>
      <p:sp>
        <p:nvSpPr>
          <p:cNvPr id="140" name="PlaceHolder 1"/>
          <p:cNvSpPr>
            <a:spLocks noGrp="1"/>
          </p:cNvSpPr>
          <p:nvPr>
            <p:ph type="sldNum" idx="19"/>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15BF335-0B51-4139-8E35-4B25AD75F79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41"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42" name="Google Shape;158;p 12"/>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Install Linux on Windows with WSL?</a:t>
            </a:r>
            <a:endParaRPr b="0" lang="en-GB" sz="1600" spc="-1" strike="noStrike">
              <a:solidFill>
                <a:srgbClr val="000000"/>
              </a:solidFill>
              <a:latin typeface="Arial"/>
            </a:endParaRPr>
          </a:p>
        </p:txBody>
      </p:sp>
      <p:sp>
        <p:nvSpPr>
          <p:cNvPr id="143" name="Google Shape;159;p 12"/>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Enable WSL using `wsl --install` in PowerShell. Install a distribution via the Microsoft Store and set up the environment.</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4" name="" descr=""/>
          <p:cNvPicPr/>
          <p:nvPr/>
        </p:nvPicPr>
        <p:blipFill>
          <a:blip r:embed="rId1"/>
          <a:srcRect l="0" t="0" r="59623" b="-342"/>
          <a:stretch/>
        </p:blipFill>
        <p:spPr>
          <a:xfrm>
            <a:off x="5504400" y="-2160"/>
            <a:ext cx="4581000" cy="5703840"/>
          </a:xfrm>
          <a:prstGeom prst="rect">
            <a:avLst/>
          </a:prstGeom>
          <a:ln w="36000">
            <a:noFill/>
          </a:ln>
        </p:spPr>
      </p:pic>
      <p:pic>
        <p:nvPicPr>
          <p:cNvPr id="145" name="Picture 12" descr=""/>
          <p:cNvPicPr/>
          <p:nvPr/>
        </p:nvPicPr>
        <p:blipFill>
          <a:blip r:embed="rId2"/>
          <a:stretch/>
        </p:blipFill>
        <p:spPr>
          <a:xfrm rot="16200000">
            <a:off x="7066080" y="2643120"/>
            <a:ext cx="1484640" cy="4631400"/>
          </a:xfrm>
          <a:prstGeom prst="rect">
            <a:avLst/>
          </a:prstGeom>
          <a:ln w="0">
            <a:noFill/>
          </a:ln>
        </p:spPr>
      </p:pic>
      <p:sp>
        <p:nvSpPr>
          <p:cNvPr id="146" name="PlaceHolder 1"/>
          <p:cNvSpPr>
            <a:spLocks noGrp="1"/>
          </p:cNvSpPr>
          <p:nvPr>
            <p:ph type="sldNum" idx="20"/>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2058060-3DC4-4CB9-BE9D-46DFD051BE4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47"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48" name="Google Shape;158;p 13"/>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Update and Upgrade Packages Using WSL?</a:t>
            </a:r>
            <a:endParaRPr b="0" lang="en-GB" sz="1600" spc="-1" strike="noStrike">
              <a:solidFill>
                <a:srgbClr val="000000"/>
              </a:solidFill>
              <a:latin typeface="Arial"/>
            </a:endParaRPr>
          </a:p>
        </p:txBody>
      </p:sp>
      <p:sp>
        <p:nvSpPr>
          <p:cNvPr id="149" name="Google Shape;159;p 13"/>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Run `sudo apt update &amp;&amp; sudo apt upgrade` to update package lists and install upgrades.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 name="" descr=""/>
          <p:cNvPicPr/>
          <p:nvPr/>
        </p:nvPicPr>
        <p:blipFill>
          <a:blip r:embed="rId1"/>
          <a:srcRect l="0" t="0" r="59745" b="-341"/>
          <a:stretch/>
        </p:blipFill>
        <p:spPr>
          <a:xfrm>
            <a:off x="5504400" y="-2160"/>
            <a:ext cx="4581000" cy="5703840"/>
          </a:xfrm>
          <a:prstGeom prst="rect">
            <a:avLst/>
          </a:prstGeom>
          <a:ln w="36000">
            <a:noFill/>
          </a:ln>
        </p:spPr>
      </p:pic>
      <p:pic>
        <p:nvPicPr>
          <p:cNvPr id="151" name="Picture 13" descr=""/>
          <p:cNvPicPr/>
          <p:nvPr/>
        </p:nvPicPr>
        <p:blipFill>
          <a:blip r:embed="rId2"/>
          <a:stretch/>
        </p:blipFill>
        <p:spPr>
          <a:xfrm rot="16200000">
            <a:off x="7066080" y="2643120"/>
            <a:ext cx="1484640" cy="4631400"/>
          </a:xfrm>
          <a:prstGeom prst="rect">
            <a:avLst/>
          </a:prstGeom>
          <a:ln w="0">
            <a:noFill/>
          </a:ln>
        </p:spPr>
      </p:pic>
      <p:sp>
        <p:nvSpPr>
          <p:cNvPr id="152" name="PlaceHolder 1"/>
          <p:cNvSpPr>
            <a:spLocks noGrp="1"/>
          </p:cNvSpPr>
          <p:nvPr>
            <p:ph type="sldNum" idx="21"/>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895C965-DCC0-4565-9331-E41BE35915C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5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54" name="Google Shape;158;p 14"/>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Update Your Linux Distribution?</a:t>
            </a:r>
            <a:endParaRPr b="0" lang="en-GB" sz="1600" spc="-1" strike="noStrike">
              <a:solidFill>
                <a:srgbClr val="000000"/>
              </a:solidFill>
              <a:latin typeface="Arial"/>
            </a:endParaRPr>
          </a:p>
        </p:txBody>
      </p:sp>
      <p:sp>
        <p:nvSpPr>
          <p:cNvPr id="155" name="Google Shape;159;p 14"/>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`sudo apt update &amp;&amp; sudo apt full-upgrade` for Debian-based systems.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6" name="" descr=""/>
          <p:cNvPicPr/>
          <p:nvPr/>
        </p:nvPicPr>
        <p:blipFill>
          <a:blip r:embed="rId1"/>
          <a:srcRect l="12075" t="0" r="50373" b="-384"/>
          <a:stretch/>
        </p:blipFill>
        <p:spPr>
          <a:xfrm>
            <a:off x="5477040" y="-2160"/>
            <a:ext cx="4602240" cy="5703840"/>
          </a:xfrm>
          <a:prstGeom prst="rect">
            <a:avLst/>
          </a:prstGeom>
          <a:ln w="36000">
            <a:noFill/>
          </a:ln>
        </p:spPr>
      </p:pic>
      <p:pic>
        <p:nvPicPr>
          <p:cNvPr id="157" name="Picture 14" descr=""/>
          <p:cNvPicPr/>
          <p:nvPr/>
        </p:nvPicPr>
        <p:blipFill>
          <a:blip r:embed="rId2"/>
          <a:stretch/>
        </p:blipFill>
        <p:spPr>
          <a:xfrm rot="16200000">
            <a:off x="7066080" y="2643120"/>
            <a:ext cx="1484640" cy="4631400"/>
          </a:xfrm>
          <a:prstGeom prst="rect">
            <a:avLst/>
          </a:prstGeom>
          <a:ln w="0">
            <a:noFill/>
          </a:ln>
        </p:spPr>
      </p:pic>
      <p:sp>
        <p:nvSpPr>
          <p:cNvPr id="158" name="PlaceHolder 1"/>
          <p:cNvSpPr>
            <a:spLocks noGrp="1"/>
          </p:cNvSpPr>
          <p:nvPr>
            <p:ph type="sldNum" idx="22"/>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B21663F-4601-4F1A-B8C9-80F66C82AE5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59"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60" name="Google Shape;158;p 15"/>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Work with Remote Development in WSL?</a:t>
            </a:r>
            <a:endParaRPr b="0" lang="en-GB" sz="1600" spc="-1" strike="noStrike">
              <a:solidFill>
                <a:srgbClr val="000000"/>
              </a:solidFill>
              <a:latin typeface="Arial"/>
            </a:endParaRPr>
          </a:p>
        </p:txBody>
      </p:sp>
      <p:sp>
        <p:nvSpPr>
          <p:cNvPr id="161" name="Google Shape;159;p 15"/>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VS Code with the Remote WSL extension or SSH to connect to remote servers.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 descr=""/>
          <p:cNvPicPr/>
          <p:nvPr/>
        </p:nvPicPr>
        <p:blipFill>
          <a:blip r:embed="rId1"/>
          <a:srcRect l="0" t="0" r="59195" b="-340"/>
          <a:stretch/>
        </p:blipFill>
        <p:spPr>
          <a:xfrm>
            <a:off x="5482080" y="-2160"/>
            <a:ext cx="4630680" cy="5703840"/>
          </a:xfrm>
          <a:prstGeom prst="rect">
            <a:avLst/>
          </a:prstGeom>
          <a:ln w="36000">
            <a:noFill/>
          </a:ln>
        </p:spPr>
      </p:pic>
      <p:pic>
        <p:nvPicPr>
          <p:cNvPr id="163" name="Picture 15" descr=""/>
          <p:cNvPicPr/>
          <p:nvPr/>
        </p:nvPicPr>
        <p:blipFill>
          <a:blip r:embed="rId2"/>
          <a:stretch/>
        </p:blipFill>
        <p:spPr>
          <a:xfrm rot="16200000">
            <a:off x="7066080" y="2643120"/>
            <a:ext cx="1484640" cy="4631400"/>
          </a:xfrm>
          <a:prstGeom prst="rect">
            <a:avLst/>
          </a:prstGeom>
          <a:ln w="0">
            <a:noFill/>
          </a:ln>
        </p:spPr>
      </p:pic>
      <p:sp>
        <p:nvSpPr>
          <p:cNvPr id="164" name="PlaceHolder 1"/>
          <p:cNvSpPr>
            <a:spLocks noGrp="1"/>
          </p:cNvSpPr>
          <p:nvPr>
            <p:ph type="sldNum" idx="23"/>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3400882-56E0-42CD-8204-2446BD5577C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6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66" name="Google Shape;158;p 16"/>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Find the Home Directory?</a:t>
            </a:r>
            <a:endParaRPr b="0" lang="en-GB" sz="1600" spc="-1" strike="noStrike">
              <a:solidFill>
                <a:srgbClr val="000000"/>
              </a:solidFill>
              <a:latin typeface="Arial"/>
            </a:endParaRPr>
          </a:p>
        </p:txBody>
      </p:sp>
      <p:sp>
        <p:nvSpPr>
          <p:cNvPr id="167" name="Google Shape;159;p 16"/>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`echo $HOME` or `cd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8" name="" descr=""/>
          <p:cNvPicPr/>
          <p:nvPr/>
        </p:nvPicPr>
        <p:blipFill>
          <a:blip r:embed="rId1"/>
          <a:srcRect l="0" t="0" r="59257" b="-342"/>
          <a:stretch/>
        </p:blipFill>
        <p:spPr>
          <a:xfrm>
            <a:off x="5482080" y="-2160"/>
            <a:ext cx="4630680" cy="5703840"/>
          </a:xfrm>
          <a:prstGeom prst="rect">
            <a:avLst/>
          </a:prstGeom>
          <a:ln w="36000">
            <a:noFill/>
          </a:ln>
        </p:spPr>
      </p:pic>
      <p:pic>
        <p:nvPicPr>
          <p:cNvPr id="169" name="Picture 17" descr=""/>
          <p:cNvPicPr/>
          <p:nvPr/>
        </p:nvPicPr>
        <p:blipFill>
          <a:blip r:embed="rId2"/>
          <a:stretch/>
        </p:blipFill>
        <p:spPr>
          <a:xfrm rot="16200000">
            <a:off x="7066080" y="2643120"/>
            <a:ext cx="1484640" cy="4631400"/>
          </a:xfrm>
          <a:prstGeom prst="rect">
            <a:avLst/>
          </a:prstGeom>
          <a:ln w="0">
            <a:noFill/>
          </a:ln>
        </p:spPr>
      </p:pic>
      <p:sp>
        <p:nvSpPr>
          <p:cNvPr id="170" name="PlaceHolder 1"/>
          <p:cNvSpPr>
            <a:spLocks noGrp="1"/>
          </p:cNvSpPr>
          <p:nvPr>
            <p:ph type="sldNum" idx="24"/>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5291952-7C64-47BF-AAAD-AB1018824DC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71"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72" name="Google Shape;158;p 18"/>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Find CPU Architecture Using lscpu?</a:t>
            </a:r>
            <a:endParaRPr b="0" lang="en-GB" sz="1600" spc="-1" strike="noStrike">
              <a:solidFill>
                <a:srgbClr val="000000"/>
              </a:solidFill>
              <a:latin typeface="Arial"/>
            </a:endParaRPr>
          </a:p>
        </p:txBody>
      </p:sp>
      <p:sp>
        <p:nvSpPr>
          <p:cNvPr id="173" name="Google Shape;159;p 18"/>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Run `lscpu` to display CPU details.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Num" idx="25"/>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AE768D5-0630-4AA5-85B4-ABD2D75C7AA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7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76" name="Google Shape;158;p 17"/>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Create and Execute Bash Scripts? </a:t>
            </a:r>
            <a:endParaRPr b="0" lang="en-GB" sz="1600" spc="-1" strike="noStrike">
              <a:solidFill>
                <a:srgbClr val="000000"/>
              </a:solidFill>
              <a:latin typeface="Arial"/>
            </a:endParaRPr>
          </a:p>
        </p:txBody>
      </p:sp>
      <p:sp>
        <p:nvSpPr>
          <p:cNvPr id="177" name="Google Shape;159;p 17"/>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Create a script with `nano script.sh`, add `#!/bin/bash`, write commands, save, and execute using `chmod +x script.sh &amp;&amp; ./script.sh`.</a:t>
            </a:r>
            <a:endParaRPr b="0" lang="en-GB" sz="1200" spc="-1" strike="noStrike">
              <a:solidFill>
                <a:srgbClr val="000000"/>
              </a:solidFill>
              <a:latin typeface="Arial"/>
            </a:endParaRPr>
          </a:p>
        </p:txBody>
      </p:sp>
      <p:pic>
        <p:nvPicPr>
          <p:cNvPr id="178" name="" descr=""/>
          <p:cNvPicPr/>
          <p:nvPr/>
        </p:nvPicPr>
        <p:blipFill>
          <a:blip r:embed="rId1"/>
          <a:srcRect l="0" t="0" r="51980" b="54680"/>
          <a:stretch/>
        </p:blipFill>
        <p:spPr>
          <a:xfrm>
            <a:off x="5064120" y="366840"/>
            <a:ext cx="4838760" cy="2387880"/>
          </a:xfrm>
          <a:prstGeom prst="rect">
            <a:avLst/>
          </a:prstGeom>
          <a:ln w="36000">
            <a:noFill/>
          </a:ln>
        </p:spPr>
      </p:pic>
      <p:pic>
        <p:nvPicPr>
          <p:cNvPr id="179" name="Picture 16" descr=""/>
          <p:cNvPicPr/>
          <p:nvPr/>
        </p:nvPicPr>
        <p:blipFill>
          <a:blip r:embed="rId2"/>
          <a:stretch/>
        </p:blipFill>
        <p:spPr>
          <a:xfrm rot="16200000">
            <a:off x="6923520" y="-208800"/>
            <a:ext cx="1108800" cy="4850280"/>
          </a:xfrm>
          <a:prstGeom prst="rect">
            <a:avLst/>
          </a:prstGeom>
          <a:ln w="0">
            <a:noFill/>
          </a:ln>
        </p:spPr>
      </p:pic>
      <p:pic>
        <p:nvPicPr>
          <p:cNvPr id="180" name="" descr=""/>
          <p:cNvPicPr/>
          <p:nvPr/>
        </p:nvPicPr>
        <p:blipFill>
          <a:blip r:embed="rId3"/>
          <a:srcRect l="0" t="0" r="51661" b="62898"/>
          <a:stretch/>
        </p:blipFill>
        <p:spPr>
          <a:xfrm>
            <a:off x="5032440" y="2924640"/>
            <a:ext cx="4871880" cy="1954800"/>
          </a:xfrm>
          <a:prstGeom prst="rect">
            <a:avLst/>
          </a:prstGeom>
          <a:ln w="36000">
            <a:noFill/>
          </a:ln>
        </p:spPr>
      </p:pic>
      <p:pic>
        <p:nvPicPr>
          <p:cNvPr id="181" name="Picture 18" descr=""/>
          <p:cNvPicPr/>
          <p:nvPr/>
        </p:nvPicPr>
        <p:blipFill>
          <a:blip r:embed="rId4"/>
          <a:stretch/>
        </p:blipFill>
        <p:spPr>
          <a:xfrm rot="16200000">
            <a:off x="6923520" y="1893960"/>
            <a:ext cx="1108800" cy="48502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 descr=""/>
          <p:cNvPicPr/>
          <p:nvPr/>
        </p:nvPicPr>
        <p:blipFill>
          <a:blip r:embed="rId1"/>
          <a:srcRect l="0" t="0" r="59257" b="-341"/>
          <a:stretch/>
        </p:blipFill>
        <p:spPr>
          <a:xfrm>
            <a:off x="5482080" y="-2160"/>
            <a:ext cx="4630680" cy="5703840"/>
          </a:xfrm>
          <a:prstGeom prst="rect">
            <a:avLst/>
          </a:prstGeom>
          <a:ln w="36000">
            <a:noFill/>
          </a:ln>
        </p:spPr>
      </p:pic>
      <p:pic>
        <p:nvPicPr>
          <p:cNvPr id="183" name="Picture 19" descr=""/>
          <p:cNvPicPr/>
          <p:nvPr/>
        </p:nvPicPr>
        <p:blipFill>
          <a:blip r:embed="rId2"/>
          <a:stretch/>
        </p:blipFill>
        <p:spPr>
          <a:xfrm rot="16200000">
            <a:off x="7066080" y="2643120"/>
            <a:ext cx="1484640" cy="4631400"/>
          </a:xfrm>
          <a:prstGeom prst="rect">
            <a:avLst/>
          </a:prstGeom>
          <a:ln w="0">
            <a:noFill/>
          </a:ln>
        </p:spPr>
      </p:pic>
      <p:sp>
        <p:nvSpPr>
          <p:cNvPr id="184" name="PlaceHolder 1"/>
          <p:cNvSpPr>
            <a:spLocks noGrp="1"/>
          </p:cNvSpPr>
          <p:nvPr>
            <p:ph type="sldNum" idx="26"/>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FD22131-3538-4DEC-94D9-329C8FDEA82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8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86" name="Google Shape;158;p 19"/>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Permissions Using Absolute Mode?</a:t>
            </a:r>
            <a:endParaRPr b="0" lang="en-GB" sz="1600" spc="-1" strike="noStrike">
              <a:solidFill>
                <a:srgbClr val="000000"/>
              </a:solidFill>
              <a:latin typeface="Arial"/>
            </a:endParaRPr>
          </a:p>
        </p:txBody>
      </p:sp>
      <p:sp>
        <p:nvSpPr>
          <p:cNvPr id="187" name="Google Shape;159;p 19"/>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To change permissions using absolute mode, use the chmod command followed by a three-digit octal number and the filename or directory. </a:t>
            </a:r>
            <a:endParaRPr b="0" lang="en-GB" sz="1200" spc="-1" strike="noStrike">
              <a:solidFill>
                <a:srgbClr val="000000"/>
              </a:solidFill>
              <a:latin typeface="Arial"/>
            </a:endParaRPr>
          </a:p>
          <a:p>
            <a:pPr>
              <a:lnSpc>
                <a:spcPct val="100000"/>
              </a:lnSpc>
              <a:spcBef>
                <a:spcPts val="567"/>
              </a:spcBef>
            </a:pP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Example:</a:t>
            </a:r>
            <a:endParaRPr b="0" lang="en-GB" sz="1200" spc="-1" strike="noStrike">
              <a:solidFill>
                <a:srgbClr val="000000"/>
              </a:solidFill>
              <a:latin typeface="Arial"/>
            </a:endParaRPr>
          </a:p>
          <a:p>
            <a:pPr>
              <a:lnSpc>
                <a:spcPct val="100000"/>
              </a:lnSpc>
              <a:spcBef>
                <a:spcPts val="567"/>
              </a:spcBef>
            </a:pPr>
            <a:r>
              <a:rPr b="0" lang="en-US" sz="1200" spc="-1" strike="noStrike">
                <a:solidFill>
                  <a:schemeClr val="dk1"/>
                </a:solidFill>
                <a:latin typeface="Calibri"/>
                <a:ea typeface="Arial"/>
              </a:rPr>
              <a:t>chmod 755 filename would give the owner read, write, and execute permissions, while the group and others would have read and execute permissions.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 descr=""/>
          <p:cNvPicPr/>
          <p:nvPr/>
        </p:nvPicPr>
        <p:blipFill>
          <a:blip r:embed="rId1"/>
          <a:srcRect l="0" t="0" r="59257" b="-341"/>
          <a:stretch/>
        </p:blipFill>
        <p:spPr>
          <a:xfrm>
            <a:off x="5482080" y="-2160"/>
            <a:ext cx="4630680" cy="5703840"/>
          </a:xfrm>
          <a:prstGeom prst="rect">
            <a:avLst/>
          </a:prstGeom>
          <a:ln w="36000">
            <a:noFill/>
          </a:ln>
        </p:spPr>
      </p:pic>
      <p:pic>
        <p:nvPicPr>
          <p:cNvPr id="189" name="Picture 20" descr=""/>
          <p:cNvPicPr/>
          <p:nvPr/>
        </p:nvPicPr>
        <p:blipFill>
          <a:blip r:embed="rId2"/>
          <a:stretch/>
        </p:blipFill>
        <p:spPr>
          <a:xfrm rot="16200000">
            <a:off x="7066080" y="2643120"/>
            <a:ext cx="1484640" cy="4631400"/>
          </a:xfrm>
          <a:prstGeom prst="rect">
            <a:avLst/>
          </a:prstGeom>
          <a:ln w="0">
            <a:noFill/>
          </a:ln>
        </p:spPr>
      </p:pic>
      <p:sp>
        <p:nvSpPr>
          <p:cNvPr id="190" name="PlaceHolder 1"/>
          <p:cNvSpPr>
            <a:spLocks noGrp="1"/>
          </p:cNvSpPr>
          <p:nvPr>
            <p:ph type="sldNum" idx="27"/>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F0F01EE-1934-4D6D-A7F6-DFFB59F71D5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91"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92" name="Google Shape;158;p 20"/>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Permissions Using Absolute Mode?</a:t>
            </a:r>
            <a:endParaRPr b="0" lang="en-GB" sz="1600" spc="-1" strike="noStrike">
              <a:solidFill>
                <a:srgbClr val="000000"/>
              </a:solidFill>
              <a:latin typeface="Arial"/>
            </a:endParaRPr>
          </a:p>
        </p:txBody>
      </p:sp>
      <p:sp>
        <p:nvSpPr>
          <p:cNvPr id="193" name="Google Shape;159;p 20"/>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1" lang="en-US" sz="1200" spc="-1" strike="noStrike">
                <a:solidFill>
                  <a:schemeClr val="dk1"/>
                </a:solidFill>
                <a:latin typeface="Calibri"/>
                <a:ea typeface="Arial"/>
              </a:rPr>
              <a:t>Octal Numbers:</a:t>
            </a:r>
            <a:endParaRPr b="0" lang="en-GB" sz="1200" spc="-1" strike="noStrike">
              <a:solidFill>
                <a:srgbClr val="000000"/>
              </a:solidFill>
              <a:latin typeface="Arial"/>
            </a:endParaRPr>
          </a:p>
          <a:p>
            <a:pPr>
              <a:lnSpc>
                <a:spcPct val="100000"/>
              </a:lnSpc>
              <a:spcBef>
                <a:spcPts val="567"/>
              </a:spcBef>
            </a:pPr>
            <a:r>
              <a:rPr b="0" lang="en-US" sz="1200" spc="-1" strike="noStrike">
                <a:solidFill>
                  <a:schemeClr val="dk1"/>
                </a:solidFill>
                <a:latin typeface="Calibri"/>
                <a:ea typeface="Arial"/>
              </a:rPr>
              <a:t>Each digit in the octal number represents permissions for a specific user type (owner, group, others).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First digit: </a:t>
            </a:r>
            <a:r>
              <a:rPr b="0" lang="en-US" sz="1200" spc="-1" strike="noStrike">
                <a:solidFill>
                  <a:schemeClr val="dk1"/>
                </a:solidFill>
                <a:latin typeface="Calibri"/>
                <a:ea typeface="Arial"/>
              </a:rPr>
              <a:t>Represents permissions for the owner.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Second digit:</a:t>
            </a:r>
            <a:r>
              <a:rPr b="0" lang="en-US" sz="1200" spc="-1" strike="noStrike">
                <a:solidFill>
                  <a:schemeClr val="dk1"/>
                </a:solidFill>
                <a:latin typeface="Calibri"/>
                <a:ea typeface="Arial"/>
              </a:rPr>
              <a:t> Represents permissions for the group.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Third digit: </a:t>
            </a:r>
            <a:r>
              <a:rPr b="0" lang="en-US" sz="1200" spc="-1" strike="noStrike">
                <a:solidFill>
                  <a:schemeClr val="dk1"/>
                </a:solidFill>
                <a:latin typeface="Calibri"/>
                <a:ea typeface="Arial"/>
              </a:rPr>
              <a:t>Represents permissions for others (or world). </a:t>
            </a:r>
            <a:endParaRPr b="0" lang="en-GB" sz="1200" spc="-1" strike="noStrike">
              <a:solidFill>
                <a:srgbClr val="000000"/>
              </a:solidFill>
              <a:latin typeface="Arial"/>
            </a:endParaRPr>
          </a:p>
          <a:p>
            <a:pPr>
              <a:lnSpc>
                <a:spcPct val="100000"/>
              </a:lnSpc>
              <a:spcBef>
                <a:spcPts val="567"/>
              </a:spcBef>
            </a:pP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4" name="" descr=""/>
          <p:cNvPicPr/>
          <p:nvPr/>
        </p:nvPicPr>
        <p:blipFill>
          <a:blip r:embed="rId1"/>
          <a:srcRect l="0" t="0" r="59257" b="-341"/>
          <a:stretch/>
        </p:blipFill>
        <p:spPr>
          <a:xfrm>
            <a:off x="5482080" y="-2160"/>
            <a:ext cx="4630680" cy="5703840"/>
          </a:xfrm>
          <a:prstGeom prst="rect">
            <a:avLst/>
          </a:prstGeom>
          <a:ln w="36000">
            <a:noFill/>
          </a:ln>
        </p:spPr>
      </p:pic>
      <p:pic>
        <p:nvPicPr>
          <p:cNvPr id="195" name="Picture 21" descr=""/>
          <p:cNvPicPr/>
          <p:nvPr/>
        </p:nvPicPr>
        <p:blipFill>
          <a:blip r:embed="rId2"/>
          <a:stretch/>
        </p:blipFill>
        <p:spPr>
          <a:xfrm rot="16200000">
            <a:off x="7066080" y="2643120"/>
            <a:ext cx="1484640" cy="4631400"/>
          </a:xfrm>
          <a:prstGeom prst="rect">
            <a:avLst/>
          </a:prstGeom>
          <a:ln w="0">
            <a:noFill/>
          </a:ln>
        </p:spPr>
      </p:pic>
      <p:sp>
        <p:nvSpPr>
          <p:cNvPr id="196" name="PlaceHolder 1"/>
          <p:cNvSpPr>
            <a:spLocks noGrp="1"/>
          </p:cNvSpPr>
          <p:nvPr>
            <p:ph type="sldNum" idx="28"/>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98F35C5-EC65-4D24-A0B3-1A6D99C6AC1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97"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198" name="Google Shape;158;p 21"/>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Permissions Using Absolute Mode?</a:t>
            </a:r>
            <a:endParaRPr b="0" lang="en-GB" sz="1600" spc="-1" strike="noStrike">
              <a:solidFill>
                <a:srgbClr val="000000"/>
              </a:solidFill>
              <a:latin typeface="Arial"/>
            </a:endParaRPr>
          </a:p>
        </p:txBody>
      </p:sp>
      <p:sp>
        <p:nvSpPr>
          <p:cNvPr id="199" name="Google Shape;159;p 21"/>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1" lang="en-US" sz="1200" spc="-1" strike="noStrike">
                <a:solidFill>
                  <a:schemeClr val="dk1"/>
                </a:solidFill>
                <a:latin typeface="Calibri"/>
                <a:ea typeface="Arial"/>
              </a:rPr>
              <a:t>Permissions:</a:t>
            </a:r>
            <a:endParaRPr b="0" lang="en-GB" sz="1200" spc="-1" strike="noStrike">
              <a:solidFill>
                <a:srgbClr val="000000"/>
              </a:solidFill>
              <a:latin typeface="Arial"/>
            </a:endParaRPr>
          </a:p>
          <a:p>
            <a:pPr>
              <a:lnSpc>
                <a:spcPct val="100000"/>
              </a:lnSpc>
              <a:spcBef>
                <a:spcPts val="567"/>
              </a:spcBef>
            </a:pPr>
            <a:r>
              <a:rPr b="0" lang="en-US" sz="1200" spc="-1" strike="noStrike">
                <a:solidFill>
                  <a:schemeClr val="dk1"/>
                </a:solidFill>
                <a:latin typeface="Calibri"/>
                <a:ea typeface="Arial"/>
              </a:rPr>
              <a:t>Each digit can be a number from 0 to 7, representing:</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0:</a:t>
            </a:r>
            <a:r>
              <a:rPr b="0" lang="en-US" sz="1200" spc="-1" strike="noStrike">
                <a:solidFill>
                  <a:schemeClr val="dk1"/>
                </a:solidFill>
                <a:latin typeface="Calibri"/>
                <a:ea typeface="Arial"/>
              </a:rPr>
              <a:t> No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1:</a:t>
            </a:r>
            <a:r>
              <a:rPr b="0" lang="en-US" sz="1200" spc="-1" strike="noStrike">
                <a:solidFill>
                  <a:schemeClr val="dk1"/>
                </a:solidFill>
                <a:latin typeface="Calibri"/>
                <a:ea typeface="Arial"/>
              </a:rPr>
              <a:t> Execute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2:</a:t>
            </a:r>
            <a:r>
              <a:rPr b="0" lang="en-US" sz="1200" spc="-1" strike="noStrike">
                <a:solidFill>
                  <a:schemeClr val="dk1"/>
                </a:solidFill>
                <a:latin typeface="Calibri"/>
                <a:ea typeface="Arial"/>
              </a:rPr>
              <a:t> Write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3:</a:t>
            </a:r>
            <a:r>
              <a:rPr b="0" lang="en-US" sz="1200" spc="-1" strike="noStrike">
                <a:solidFill>
                  <a:schemeClr val="dk1"/>
                </a:solidFill>
                <a:latin typeface="Calibri"/>
                <a:ea typeface="Arial"/>
              </a:rPr>
              <a:t> Write and Execute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4:</a:t>
            </a:r>
            <a:r>
              <a:rPr b="0" lang="en-US" sz="1200" spc="-1" strike="noStrike">
                <a:solidFill>
                  <a:schemeClr val="dk1"/>
                </a:solidFill>
                <a:latin typeface="Calibri"/>
                <a:ea typeface="Arial"/>
              </a:rPr>
              <a:t> Read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5:</a:t>
            </a:r>
            <a:r>
              <a:rPr b="0" lang="en-US" sz="1200" spc="-1" strike="noStrike">
                <a:solidFill>
                  <a:schemeClr val="dk1"/>
                </a:solidFill>
                <a:latin typeface="Calibri"/>
                <a:ea typeface="Arial"/>
              </a:rPr>
              <a:t> Read and Execute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6:</a:t>
            </a:r>
            <a:r>
              <a:rPr b="0" lang="en-US" sz="1200" spc="-1" strike="noStrike">
                <a:solidFill>
                  <a:schemeClr val="dk1"/>
                </a:solidFill>
                <a:latin typeface="Calibri"/>
                <a:ea typeface="Arial"/>
              </a:rPr>
              <a:t> Read and Write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7:</a:t>
            </a:r>
            <a:r>
              <a:rPr b="0" lang="en-US" sz="1200" spc="-1" strike="noStrike">
                <a:solidFill>
                  <a:schemeClr val="dk1"/>
                </a:solidFill>
                <a:latin typeface="Calibri"/>
                <a:ea typeface="Arial"/>
              </a:rPr>
              <a:t> Read, Write, and Execute permission.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0" name="" descr=""/>
          <p:cNvPicPr/>
          <p:nvPr/>
        </p:nvPicPr>
        <p:blipFill>
          <a:blip r:embed="rId1"/>
          <a:srcRect l="0" t="0" r="47247" b="-339"/>
          <a:stretch/>
        </p:blipFill>
        <p:spPr>
          <a:xfrm>
            <a:off x="4132800" y="-2160"/>
            <a:ext cx="5978160" cy="5703840"/>
          </a:xfrm>
          <a:prstGeom prst="rect">
            <a:avLst/>
          </a:prstGeom>
          <a:ln w="36000">
            <a:noFill/>
          </a:ln>
        </p:spPr>
      </p:pic>
      <p:pic>
        <p:nvPicPr>
          <p:cNvPr id="201" name="Picture 22" descr=""/>
          <p:cNvPicPr/>
          <p:nvPr/>
        </p:nvPicPr>
        <p:blipFill>
          <a:blip r:embed="rId2"/>
          <a:stretch/>
        </p:blipFill>
        <p:spPr>
          <a:xfrm rot="16200000">
            <a:off x="6386400" y="1963440"/>
            <a:ext cx="1484640" cy="5990760"/>
          </a:xfrm>
          <a:prstGeom prst="rect">
            <a:avLst/>
          </a:prstGeom>
          <a:ln w="0">
            <a:noFill/>
          </a:ln>
        </p:spPr>
      </p:pic>
      <p:sp>
        <p:nvSpPr>
          <p:cNvPr id="202" name="PlaceHolder 1"/>
          <p:cNvSpPr>
            <a:spLocks noGrp="1"/>
          </p:cNvSpPr>
          <p:nvPr>
            <p:ph type="sldNum" idx="29"/>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5D73809-E3F2-4FDD-A999-4FEE552E781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0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04" name="Google Shape;158;p 22"/>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Ownership?</a:t>
            </a:r>
            <a:endParaRPr b="0" lang="en-GB" sz="1600" spc="-1" strike="noStrike">
              <a:solidFill>
                <a:srgbClr val="000000"/>
              </a:solidFill>
              <a:latin typeface="Arial"/>
            </a:endParaRPr>
          </a:p>
        </p:txBody>
      </p:sp>
      <p:sp>
        <p:nvSpPr>
          <p:cNvPr id="205" name="Google Shape;159;p 22"/>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`chown new_owner filename`.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6" name="" descr=""/>
          <p:cNvPicPr/>
          <p:nvPr/>
        </p:nvPicPr>
        <p:blipFill>
          <a:blip r:embed="rId1"/>
          <a:srcRect l="0" t="0" r="59316" b="-341"/>
          <a:stretch/>
        </p:blipFill>
        <p:spPr>
          <a:xfrm>
            <a:off x="5482080" y="-2160"/>
            <a:ext cx="4630680" cy="5703840"/>
          </a:xfrm>
          <a:prstGeom prst="rect">
            <a:avLst/>
          </a:prstGeom>
          <a:ln w="36000">
            <a:noFill/>
          </a:ln>
        </p:spPr>
      </p:pic>
      <p:pic>
        <p:nvPicPr>
          <p:cNvPr id="207" name="Picture 23" descr=""/>
          <p:cNvPicPr/>
          <p:nvPr/>
        </p:nvPicPr>
        <p:blipFill>
          <a:blip r:embed="rId2"/>
          <a:stretch/>
        </p:blipFill>
        <p:spPr>
          <a:xfrm rot="16200000">
            <a:off x="7066080" y="2643120"/>
            <a:ext cx="1484640" cy="4631400"/>
          </a:xfrm>
          <a:prstGeom prst="rect">
            <a:avLst/>
          </a:prstGeom>
          <a:ln w="0">
            <a:noFill/>
          </a:ln>
        </p:spPr>
      </p:pic>
      <p:sp>
        <p:nvSpPr>
          <p:cNvPr id="208" name="PlaceHolder 1"/>
          <p:cNvSpPr>
            <a:spLocks noGrp="1"/>
          </p:cNvSpPr>
          <p:nvPr>
            <p:ph type="sldNum" idx="30"/>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DD676F4-217B-47FE-89EB-2F83B6EB104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09"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10" name="Google Shape;158;p 23"/>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Switch Between Users?</a:t>
            </a:r>
            <a:endParaRPr b="0" lang="en-GB" sz="1600" spc="-1" strike="noStrike">
              <a:solidFill>
                <a:srgbClr val="000000"/>
              </a:solidFill>
              <a:latin typeface="Arial"/>
            </a:endParaRPr>
          </a:p>
        </p:txBody>
      </p:sp>
      <p:sp>
        <p:nvSpPr>
          <p:cNvPr id="211" name="Google Shape;159;p 23"/>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 username` and enter the password.</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 descr=""/>
          <p:cNvPicPr/>
          <p:nvPr/>
        </p:nvPicPr>
        <p:blipFill>
          <a:blip r:embed="rId1"/>
          <a:srcRect l="0" t="0" r="59195" b="-340"/>
          <a:stretch/>
        </p:blipFill>
        <p:spPr>
          <a:xfrm>
            <a:off x="5482080" y="-2160"/>
            <a:ext cx="4630680" cy="5703840"/>
          </a:xfrm>
          <a:prstGeom prst="rect">
            <a:avLst/>
          </a:prstGeom>
          <a:ln w="36000">
            <a:noFill/>
          </a:ln>
        </p:spPr>
      </p:pic>
      <p:pic>
        <p:nvPicPr>
          <p:cNvPr id="213" name="Picture 24" descr=""/>
          <p:cNvPicPr/>
          <p:nvPr/>
        </p:nvPicPr>
        <p:blipFill>
          <a:blip r:embed="rId2"/>
          <a:stretch/>
        </p:blipFill>
        <p:spPr>
          <a:xfrm rot="16200000">
            <a:off x="7066080" y="2643120"/>
            <a:ext cx="1484640" cy="4631400"/>
          </a:xfrm>
          <a:prstGeom prst="rect">
            <a:avLst/>
          </a:prstGeom>
          <a:ln w="0">
            <a:noFill/>
          </a:ln>
        </p:spPr>
      </p:pic>
      <p:sp>
        <p:nvSpPr>
          <p:cNvPr id="214" name="PlaceHolder 1"/>
          <p:cNvSpPr>
            <a:spLocks noGrp="1"/>
          </p:cNvSpPr>
          <p:nvPr>
            <p:ph type="sldNum" idx="31"/>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B5BF254-D0F5-4F53-AA89-E9712D1E4A5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1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16" name="Google Shape;158;p 24"/>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Create Users from the Command Line? </a:t>
            </a:r>
            <a:endParaRPr b="0" lang="en-GB" sz="1600" spc="-1" strike="noStrike">
              <a:solidFill>
                <a:srgbClr val="000000"/>
              </a:solidFill>
              <a:latin typeface="Arial"/>
            </a:endParaRPr>
          </a:p>
        </p:txBody>
      </p:sp>
      <p:sp>
        <p:nvSpPr>
          <p:cNvPr id="217" name="Google Shape;159;p 24"/>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adduser new_username`.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8" name="" descr=""/>
          <p:cNvPicPr/>
          <p:nvPr/>
        </p:nvPicPr>
        <p:blipFill>
          <a:blip r:embed="rId1"/>
          <a:srcRect l="0" t="0" r="51169" b="-341"/>
          <a:stretch/>
        </p:blipFill>
        <p:spPr>
          <a:xfrm>
            <a:off x="4529520" y="-2160"/>
            <a:ext cx="5550120" cy="5703840"/>
          </a:xfrm>
          <a:prstGeom prst="rect">
            <a:avLst/>
          </a:prstGeom>
          <a:ln w="36000">
            <a:noFill/>
          </a:ln>
        </p:spPr>
      </p:pic>
      <p:pic>
        <p:nvPicPr>
          <p:cNvPr id="219" name="Picture 25" descr=""/>
          <p:cNvPicPr/>
          <p:nvPr/>
        </p:nvPicPr>
        <p:blipFill>
          <a:blip r:embed="rId2"/>
          <a:stretch/>
        </p:blipFill>
        <p:spPr>
          <a:xfrm rot="16200000">
            <a:off x="6585480" y="2162520"/>
            <a:ext cx="1484640" cy="5592960"/>
          </a:xfrm>
          <a:prstGeom prst="rect">
            <a:avLst/>
          </a:prstGeom>
          <a:ln w="0">
            <a:noFill/>
          </a:ln>
        </p:spPr>
      </p:pic>
      <p:sp>
        <p:nvSpPr>
          <p:cNvPr id="220" name="PlaceHolder 1"/>
          <p:cNvSpPr>
            <a:spLocks noGrp="1"/>
          </p:cNvSpPr>
          <p:nvPr>
            <p:ph type="sldNum" idx="32"/>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A0CFD37-2AC6-47F7-82C6-D4DBE61273C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21"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22" name="Google Shape;158;p 25"/>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Login Name?</a:t>
            </a:r>
            <a:endParaRPr b="0" lang="en-GB" sz="1600" spc="-1" strike="noStrike">
              <a:solidFill>
                <a:srgbClr val="000000"/>
              </a:solidFill>
              <a:latin typeface="Arial"/>
            </a:endParaRPr>
          </a:p>
        </p:txBody>
      </p:sp>
      <p:sp>
        <p:nvSpPr>
          <p:cNvPr id="223" name="Google Shape;159;p 25"/>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usermod -l new_username old_username`.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4" name="" descr=""/>
          <p:cNvPicPr/>
          <p:nvPr/>
        </p:nvPicPr>
        <p:blipFill>
          <a:blip r:embed="rId1"/>
          <a:srcRect l="0" t="0" r="50892" b="-340"/>
          <a:stretch/>
        </p:blipFill>
        <p:spPr>
          <a:xfrm>
            <a:off x="4489920" y="-2160"/>
            <a:ext cx="5589720" cy="5703840"/>
          </a:xfrm>
          <a:prstGeom prst="rect">
            <a:avLst/>
          </a:prstGeom>
          <a:ln w="36000">
            <a:noFill/>
          </a:ln>
        </p:spPr>
      </p:pic>
      <p:pic>
        <p:nvPicPr>
          <p:cNvPr id="225" name="Picture 26" descr=""/>
          <p:cNvPicPr/>
          <p:nvPr/>
        </p:nvPicPr>
        <p:blipFill>
          <a:blip r:embed="rId2"/>
          <a:stretch/>
        </p:blipFill>
        <p:spPr>
          <a:xfrm rot="16200000">
            <a:off x="6568920" y="2145960"/>
            <a:ext cx="1484640" cy="5626080"/>
          </a:xfrm>
          <a:prstGeom prst="rect">
            <a:avLst/>
          </a:prstGeom>
          <a:ln w="0">
            <a:noFill/>
          </a:ln>
        </p:spPr>
      </p:pic>
      <p:sp>
        <p:nvSpPr>
          <p:cNvPr id="226" name="PlaceHolder 1"/>
          <p:cNvSpPr>
            <a:spLocks noGrp="1"/>
          </p:cNvSpPr>
          <p:nvPr>
            <p:ph type="sldNum" idx="33"/>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4CAFFDE-3926-4C93-987B-BCBBF0E677A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27"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28" name="Google Shape;158;p 26"/>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Home Directory?</a:t>
            </a:r>
            <a:endParaRPr b="0" lang="en-GB" sz="1600" spc="-1" strike="noStrike">
              <a:solidFill>
                <a:srgbClr val="000000"/>
              </a:solidFill>
              <a:latin typeface="Arial"/>
            </a:endParaRPr>
          </a:p>
        </p:txBody>
      </p:sp>
      <p:sp>
        <p:nvSpPr>
          <p:cNvPr id="229" name="Google Shape;159;p 26"/>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usermod -d /new/home/dir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0" name="" descr=""/>
          <p:cNvPicPr/>
          <p:nvPr/>
        </p:nvPicPr>
        <p:blipFill>
          <a:blip r:embed="rId1"/>
          <a:srcRect l="0" t="0" r="59135" b="-342"/>
          <a:stretch/>
        </p:blipFill>
        <p:spPr>
          <a:xfrm>
            <a:off x="5482080" y="-2160"/>
            <a:ext cx="4630680" cy="5703840"/>
          </a:xfrm>
          <a:prstGeom prst="rect">
            <a:avLst/>
          </a:prstGeom>
          <a:ln w="36000">
            <a:noFill/>
          </a:ln>
        </p:spPr>
      </p:pic>
      <p:pic>
        <p:nvPicPr>
          <p:cNvPr id="231" name="Picture 27" descr=""/>
          <p:cNvPicPr/>
          <p:nvPr/>
        </p:nvPicPr>
        <p:blipFill>
          <a:blip r:embed="rId2"/>
          <a:stretch/>
        </p:blipFill>
        <p:spPr>
          <a:xfrm rot="16200000">
            <a:off x="7066080" y="2643120"/>
            <a:ext cx="1484640" cy="4631400"/>
          </a:xfrm>
          <a:prstGeom prst="rect">
            <a:avLst/>
          </a:prstGeom>
          <a:ln w="0">
            <a:noFill/>
          </a:ln>
        </p:spPr>
      </p:pic>
      <p:sp>
        <p:nvSpPr>
          <p:cNvPr id="232" name="PlaceHolder 1"/>
          <p:cNvSpPr>
            <a:spLocks noGrp="1"/>
          </p:cNvSpPr>
          <p:nvPr>
            <p:ph type="sldNum" idx="34"/>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7E80D15-6633-4BEE-B2DF-0A5E04ED03C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3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34" name="Google Shape;158;p 27"/>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Add a User to a Supplementary Group?</a:t>
            </a:r>
            <a:endParaRPr b="0" lang="en-GB" sz="1600" spc="-1" strike="noStrike">
              <a:solidFill>
                <a:srgbClr val="000000"/>
              </a:solidFill>
              <a:latin typeface="Arial"/>
            </a:endParaRPr>
          </a:p>
        </p:txBody>
      </p:sp>
      <p:sp>
        <p:nvSpPr>
          <p:cNvPr id="235" name="Google Shape;159;p 27"/>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usermod -aG groupname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6" name="" descr=""/>
          <p:cNvPicPr/>
          <p:nvPr/>
        </p:nvPicPr>
        <p:blipFill>
          <a:blip r:embed="rId1"/>
          <a:srcRect l="0" t="0" r="59135" b="-342"/>
          <a:stretch/>
        </p:blipFill>
        <p:spPr>
          <a:xfrm>
            <a:off x="5482080" y="-2160"/>
            <a:ext cx="4630680" cy="5703840"/>
          </a:xfrm>
          <a:prstGeom prst="rect">
            <a:avLst/>
          </a:prstGeom>
          <a:ln w="36000">
            <a:noFill/>
          </a:ln>
        </p:spPr>
      </p:pic>
      <p:pic>
        <p:nvPicPr>
          <p:cNvPr id="237" name="Picture 35" descr=""/>
          <p:cNvPicPr/>
          <p:nvPr/>
        </p:nvPicPr>
        <p:blipFill>
          <a:blip r:embed="rId2"/>
          <a:stretch/>
        </p:blipFill>
        <p:spPr>
          <a:xfrm rot="16200000">
            <a:off x="7066080" y="2643120"/>
            <a:ext cx="1484640" cy="4631400"/>
          </a:xfrm>
          <a:prstGeom prst="rect">
            <a:avLst/>
          </a:prstGeom>
          <a:ln w="0">
            <a:noFill/>
          </a:ln>
        </p:spPr>
      </p:pic>
      <p:sp>
        <p:nvSpPr>
          <p:cNvPr id="238" name="PlaceHolder 1"/>
          <p:cNvSpPr>
            <a:spLocks noGrp="1"/>
          </p:cNvSpPr>
          <p:nvPr>
            <p:ph type="sldNum" idx="35"/>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01626BA-4B86-4A73-B3B0-82D167C6DC8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39"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40" name="Google Shape;158;p 35"/>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Remove a User from a Supplementary Group?</a:t>
            </a:r>
            <a:endParaRPr b="0" lang="en-GB" sz="1600" spc="-1" strike="noStrike">
              <a:solidFill>
                <a:srgbClr val="000000"/>
              </a:solidFill>
              <a:latin typeface="Arial"/>
            </a:endParaRPr>
          </a:p>
        </p:txBody>
      </p:sp>
      <p:sp>
        <p:nvSpPr>
          <p:cNvPr id="241" name="Google Shape;159;p 35"/>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gpasswd -d username groupname`.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2" name="" descr=""/>
          <p:cNvPicPr/>
          <p:nvPr/>
        </p:nvPicPr>
        <p:blipFill>
          <a:blip r:embed="rId1"/>
          <a:srcRect l="0" t="0" r="59316" b="-340"/>
          <a:stretch/>
        </p:blipFill>
        <p:spPr>
          <a:xfrm>
            <a:off x="5482080" y="-2160"/>
            <a:ext cx="4630680" cy="5703840"/>
          </a:xfrm>
          <a:prstGeom prst="rect">
            <a:avLst/>
          </a:prstGeom>
          <a:ln w="36000">
            <a:noFill/>
          </a:ln>
        </p:spPr>
      </p:pic>
      <p:pic>
        <p:nvPicPr>
          <p:cNvPr id="243" name="Picture 28" descr=""/>
          <p:cNvPicPr/>
          <p:nvPr/>
        </p:nvPicPr>
        <p:blipFill>
          <a:blip r:embed="rId2"/>
          <a:stretch/>
        </p:blipFill>
        <p:spPr>
          <a:xfrm rot="16200000">
            <a:off x="7066080" y="2643120"/>
            <a:ext cx="1484640" cy="4631400"/>
          </a:xfrm>
          <a:prstGeom prst="rect">
            <a:avLst/>
          </a:prstGeom>
          <a:ln w="0">
            <a:noFill/>
          </a:ln>
        </p:spPr>
      </p:pic>
      <p:sp>
        <p:nvSpPr>
          <p:cNvPr id="244" name="PlaceHolder 1"/>
          <p:cNvSpPr>
            <a:spLocks noGrp="1"/>
          </p:cNvSpPr>
          <p:nvPr>
            <p:ph type="sldNum" idx="36"/>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6A8B270-A0A5-4A70-802F-2E3060C385B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5"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46" name="Google Shape;158;p 28"/>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Shell?</a:t>
            </a:r>
            <a:endParaRPr b="0" lang="en-GB" sz="1600" spc="-1" strike="noStrike">
              <a:solidFill>
                <a:srgbClr val="000000"/>
              </a:solidFill>
              <a:latin typeface="Arial"/>
            </a:endParaRPr>
          </a:p>
        </p:txBody>
      </p:sp>
      <p:sp>
        <p:nvSpPr>
          <p:cNvPr id="247" name="Google Shape;159;p 28"/>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chsh -s /bin/bash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8" name="" descr=""/>
          <p:cNvPicPr/>
          <p:nvPr/>
        </p:nvPicPr>
        <p:blipFill>
          <a:blip r:embed="rId1"/>
          <a:srcRect l="0" t="0" r="59195" b="-340"/>
          <a:stretch/>
        </p:blipFill>
        <p:spPr>
          <a:xfrm>
            <a:off x="5482080" y="-2160"/>
            <a:ext cx="4630680" cy="5703840"/>
          </a:xfrm>
          <a:prstGeom prst="rect">
            <a:avLst/>
          </a:prstGeom>
          <a:ln w="36000">
            <a:noFill/>
          </a:ln>
        </p:spPr>
      </p:pic>
      <p:pic>
        <p:nvPicPr>
          <p:cNvPr id="249" name="Picture 29" descr=""/>
          <p:cNvPicPr/>
          <p:nvPr/>
        </p:nvPicPr>
        <p:blipFill>
          <a:blip r:embed="rId2"/>
          <a:stretch/>
        </p:blipFill>
        <p:spPr>
          <a:xfrm rot="16200000">
            <a:off x="7066080" y="2643120"/>
            <a:ext cx="1484640" cy="4631400"/>
          </a:xfrm>
          <a:prstGeom prst="rect">
            <a:avLst/>
          </a:prstGeom>
          <a:ln w="0">
            <a:noFill/>
          </a:ln>
        </p:spPr>
      </p:pic>
      <p:sp>
        <p:nvSpPr>
          <p:cNvPr id="250" name="PlaceHolder 1"/>
          <p:cNvSpPr>
            <a:spLocks noGrp="1"/>
          </p:cNvSpPr>
          <p:nvPr>
            <p:ph type="sldNum" idx="37"/>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08BFD4C-76FA-424E-BCDD-E0A6EE161DF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51"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52" name="Google Shape;158;p 29"/>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Lock a User's Account?</a:t>
            </a:r>
            <a:endParaRPr b="0" lang="en-GB" sz="1600" spc="-1" strike="noStrike">
              <a:solidFill>
                <a:srgbClr val="000000"/>
              </a:solidFill>
              <a:latin typeface="Arial"/>
            </a:endParaRPr>
          </a:p>
        </p:txBody>
      </p:sp>
      <p:sp>
        <p:nvSpPr>
          <p:cNvPr id="253" name="Google Shape;159;p 29"/>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passwd -l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4" name="" descr=""/>
          <p:cNvPicPr/>
          <p:nvPr/>
        </p:nvPicPr>
        <p:blipFill>
          <a:blip r:embed="rId1"/>
          <a:srcRect l="0" t="0" r="59195" b="-340"/>
          <a:stretch/>
        </p:blipFill>
        <p:spPr>
          <a:xfrm>
            <a:off x="5482080" y="-2160"/>
            <a:ext cx="4630680" cy="5703840"/>
          </a:xfrm>
          <a:prstGeom prst="rect">
            <a:avLst/>
          </a:prstGeom>
          <a:ln w="36000">
            <a:noFill/>
          </a:ln>
        </p:spPr>
      </p:pic>
      <p:pic>
        <p:nvPicPr>
          <p:cNvPr id="255" name="Picture 30" descr=""/>
          <p:cNvPicPr/>
          <p:nvPr/>
        </p:nvPicPr>
        <p:blipFill>
          <a:blip r:embed="rId2"/>
          <a:stretch/>
        </p:blipFill>
        <p:spPr>
          <a:xfrm rot="16200000">
            <a:off x="7066080" y="2643120"/>
            <a:ext cx="1484640" cy="4631400"/>
          </a:xfrm>
          <a:prstGeom prst="rect">
            <a:avLst/>
          </a:prstGeom>
          <a:ln w="0">
            <a:noFill/>
          </a:ln>
        </p:spPr>
      </p:pic>
      <p:sp>
        <p:nvSpPr>
          <p:cNvPr id="256" name="PlaceHolder 1"/>
          <p:cNvSpPr>
            <a:spLocks noGrp="1"/>
          </p:cNvSpPr>
          <p:nvPr>
            <p:ph type="sldNum" idx="38"/>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692431A-26AC-46AB-93C4-062B389A8A5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57"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58" name="Google Shape;158;p 30"/>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Unlock a User's Account?</a:t>
            </a:r>
            <a:endParaRPr b="0" lang="en-GB" sz="1600" spc="-1" strike="noStrike">
              <a:solidFill>
                <a:srgbClr val="000000"/>
              </a:solidFill>
              <a:latin typeface="Arial"/>
            </a:endParaRPr>
          </a:p>
        </p:txBody>
      </p:sp>
      <p:sp>
        <p:nvSpPr>
          <p:cNvPr id="259" name="Google Shape;159;p 30"/>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passwd -u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 descr=""/>
          <p:cNvPicPr/>
          <p:nvPr/>
        </p:nvPicPr>
        <p:blipFill>
          <a:blip r:embed="rId1"/>
          <a:srcRect l="223" t="650" r="40934" b="25871"/>
          <a:stretch/>
        </p:blipFill>
        <p:spPr>
          <a:xfrm>
            <a:off x="4449240" y="1127160"/>
            <a:ext cx="5493600" cy="3446280"/>
          </a:xfrm>
          <a:prstGeom prst="rect">
            <a:avLst/>
          </a:prstGeom>
          <a:ln w="36000">
            <a:noFill/>
          </a:ln>
        </p:spPr>
      </p:pic>
      <p:pic>
        <p:nvPicPr>
          <p:cNvPr id="261" name="Picture 31" descr=""/>
          <p:cNvPicPr/>
          <p:nvPr/>
        </p:nvPicPr>
        <p:blipFill>
          <a:blip r:embed="rId2"/>
          <a:stretch/>
        </p:blipFill>
        <p:spPr>
          <a:xfrm rot="16200000">
            <a:off x="6462000" y="1111680"/>
            <a:ext cx="1484640" cy="5498640"/>
          </a:xfrm>
          <a:prstGeom prst="rect">
            <a:avLst/>
          </a:prstGeom>
          <a:ln w="0">
            <a:noFill/>
          </a:ln>
        </p:spPr>
      </p:pic>
      <p:sp>
        <p:nvSpPr>
          <p:cNvPr id="262" name="PlaceHolder 1"/>
          <p:cNvSpPr>
            <a:spLocks noGrp="1"/>
          </p:cNvSpPr>
          <p:nvPr>
            <p:ph type="sldNum" idx="39"/>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26FC30A-9A0E-4B7D-B34A-F5AB1B7444F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6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64" name="Google Shape;158;p 31"/>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Set an Expiration Date for a User Account?</a:t>
            </a:r>
            <a:endParaRPr b="0" lang="en-GB" sz="1600" spc="-1" strike="noStrike">
              <a:solidFill>
                <a:srgbClr val="000000"/>
              </a:solidFill>
              <a:latin typeface="Arial"/>
            </a:endParaRPr>
          </a:p>
        </p:txBody>
      </p:sp>
      <p:sp>
        <p:nvSpPr>
          <p:cNvPr id="265" name="Google Shape;159;p 31"/>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chage -E YYYY-MM-DD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6" name="" descr=""/>
          <p:cNvPicPr/>
          <p:nvPr/>
        </p:nvPicPr>
        <p:blipFill>
          <a:blip r:embed="rId1"/>
          <a:srcRect l="0" t="429" r="59195" b="-340"/>
          <a:stretch/>
        </p:blipFill>
        <p:spPr>
          <a:xfrm>
            <a:off x="5482080" y="-17280"/>
            <a:ext cx="4630680" cy="5679000"/>
          </a:xfrm>
          <a:prstGeom prst="rect">
            <a:avLst/>
          </a:prstGeom>
          <a:ln w="36000">
            <a:noFill/>
          </a:ln>
        </p:spPr>
      </p:pic>
      <p:pic>
        <p:nvPicPr>
          <p:cNvPr id="267" name="Picture 32" descr=""/>
          <p:cNvPicPr/>
          <p:nvPr/>
        </p:nvPicPr>
        <p:blipFill>
          <a:blip r:embed="rId2"/>
          <a:stretch/>
        </p:blipFill>
        <p:spPr>
          <a:xfrm rot="16200000">
            <a:off x="7066080" y="2643120"/>
            <a:ext cx="1484640" cy="4631400"/>
          </a:xfrm>
          <a:prstGeom prst="rect">
            <a:avLst/>
          </a:prstGeom>
          <a:ln w="0">
            <a:noFill/>
          </a:ln>
        </p:spPr>
      </p:pic>
      <p:sp>
        <p:nvSpPr>
          <p:cNvPr id="268" name="PlaceHolder 1"/>
          <p:cNvSpPr>
            <a:spLocks noGrp="1"/>
          </p:cNvSpPr>
          <p:nvPr>
            <p:ph type="sldNum" idx="40"/>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6B7C6C2-1979-4974-880B-2AE1829D272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69"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70" name="Google Shape;158;p 32"/>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Unlock a User's Account?</a:t>
            </a:r>
            <a:endParaRPr b="0" lang="en-GB" sz="1600" spc="-1" strike="noStrike">
              <a:solidFill>
                <a:srgbClr val="000000"/>
              </a:solidFill>
              <a:latin typeface="Arial"/>
            </a:endParaRPr>
          </a:p>
        </p:txBody>
      </p:sp>
      <p:sp>
        <p:nvSpPr>
          <p:cNvPr id="271" name="Google Shape;159;p 32"/>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passwd -u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Num" idx="41"/>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61524AD-F6CD-4424-AE4E-33D99E5797E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73"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74" name="Google Shape;158;p 33"/>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User ID (UID)? </a:t>
            </a:r>
            <a:endParaRPr b="0" lang="en-GB" sz="1600" spc="-1" strike="noStrike">
              <a:solidFill>
                <a:srgbClr val="000000"/>
              </a:solidFill>
              <a:latin typeface="Arial"/>
            </a:endParaRPr>
          </a:p>
        </p:txBody>
      </p:sp>
      <p:sp>
        <p:nvSpPr>
          <p:cNvPr id="275" name="Google Shape;159;p 33"/>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usermod -u new_uid username`.</a:t>
            </a:r>
            <a:endParaRPr b="0" lang="en-GB" sz="1200" spc="-1" strike="noStrike">
              <a:solidFill>
                <a:srgbClr val="000000"/>
              </a:solidFill>
              <a:latin typeface="Arial"/>
            </a:endParaRPr>
          </a:p>
        </p:txBody>
      </p:sp>
      <p:pic>
        <p:nvPicPr>
          <p:cNvPr id="276" name="" descr=""/>
          <p:cNvPicPr/>
          <p:nvPr/>
        </p:nvPicPr>
        <p:blipFill>
          <a:blip r:embed="rId1"/>
          <a:stretch/>
        </p:blipFill>
        <p:spPr>
          <a:xfrm>
            <a:off x="4226760" y="1689120"/>
            <a:ext cx="5649120" cy="534960"/>
          </a:xfrm>
          <a:prstGeom prst="rect">
            <a:avLst/>
          </a:prstGeom>
          <a:ln w="36000">
            <a:noFill/>
          </a:ln>
        </p:spPr>
      </p:pic>
      <p:pic>
        <p:nvPicPr>
          <p:cNvPr id="277" name="" descr=""/>
          <p:cNvPicPr/>
          <p:nvPr/>
        </p:nvPicPr>
        <p:blipFill>
          <a:blip r:embed="rId2"/>
          <a:srcRect l="0" t="0" r="15230" b="0"/>
          <a:stretch/>
        </p:blipFill>
        <p:spPr>
          <a:xfrm>
            <a:off x="4220280" y="2362320"/>
            <a:ext cx="5642640" cy="1427400"/>
          </a:xfrm>
          <a:prstGeom prst="rect">
            <a:avLst/>
          </a:prstGeom>
          <a:ln w="36000">
            <a:noFill/>
          </a:ln>
        </p:spPr>
      </p:pic>
      <p:pic>
        <p:nvPicPr>
          <p:cNvPr id="278" name="Picture 33" descr=""/>
          <p:cNvPicPr/>
          <p:nvPr/>
        </p:nvPicPr>
        <p:blipFill>
          <a:blip r:embed="rId3"/>
          <a:stretch/>
        </p:blipFill>
        <p:spPr>
          <a:xfrm rot="16200000">
            <a:off x="6501960" y="428760"/>
            <a:ext cx="1089360" cy="564696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9" name="" descr=""/>
          <p:cNvPicPr/>
          <p:nvPr/>
        </p:nvPicPr>
        <p:blipFill>
          <a:blip r:embed="rId1"/>
          <a:srcRect l="0" t="430" r="59257" b="-341"/>
          <a:stretch/>
        </p:blipFill>
        <p:spPr>
          <a:xfrm>
            <a:off x="5482080" y="-17280"/>
            <a:ext cx="4630680" cy="5679000"/>
          </a:xfrm>
          <a:prstGeom prst="rect">
            <a:avLst/>
          </a:prstGeom>
          <a:ln w="36000">
            <a:noFill/>
          </a:ln>
        </p:spPr>
      </p:pic>
      <p:pic>
        <p:nvPicPr>
          <p:cNvPr id="280" name="Picture 34" descr=""/>
          <p:cNvPicPr/>
          <p:nvPr/>
        </p:nvPicPr>
        <p:blipFill>
          <a:blip r:embed="rId2"/>
          <a:stretch/>
        </p:blipFill>
        <p:spPr>
          <a:xfrm rot="16200000">
            <a:off x="7066080" y="2643120"/>
            <a:ext cx="1484640" cy="4631400"/>
          </a:xfrm>
          <a:prstGeom prst="rect">
            <a:avLst/>
          </a:prstGeom>
          <a:ln w="0">
            <a:noFill/>
          </a:ln>
        </p:spPr>
      </p:pic>
      <p:sp>
        <p:nvSpPr>
          <p:cNvPr id="281" name="PlaceHolder 1"/>
          <p:cNvSpPr>
            <a:spLocks noGrp="1"/>
          </p:cNvSpPr>
          <p:nvPr>
            <p:ph type="sldNum" idx="42"/>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ABF16EF-ECAA-48C0-A71C-8B4FE88798E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82"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83" name="Google Shape;158;p 34"/>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Primary Group?</a:t>
            </a:r>
            <a:endParaRPr b="0" lang="en-GB" sz="1600" spc="-1" strike="noStrike">
              <a:solidFill>
                <a:srgbClr val="000000"/>
              </a:solidFill>
              <a:latin typeface="Arial"/>
            </a:endParaRPr>
          </a:p>
        </p:txBody>
      </p:sp>
      <p:sp>
        <p:nvSpPr>
          <p:cNvPr id="284" name="Google Shape;159;p 34"/>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usermod -g groupname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Num" idx="43"/>
          </p:nvPr>
        </p:nvSpPr>
        <p:spPr>
          <a:xfrm>
            <a:off x="9339840" y="5194800"/>
            <a:ext cx="604080" cy="3060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0F0E6A4-CE2F-423E-930C-3F1A13F99BA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86" name="PlaceHolder 2"/>
          <p:cNvSpPr>
            <a:spLocks noGrp="1"/>
          </p:cNvSpPr>
          <p:nvPr>
            <p:ph type="title"/>
          </p:nvPr>
        </p:nvSpPr>
        <p:spPr>
          <a:xfrm>
            <a:off x="517680" y="316800"/>
            <a:ext cx="4722480" cy="6904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287" name="Google Shape;158;p 36"/>
          <p:cNvSpPr/>
          <p:nvPr/>
        </p:nvSpPr>
        <p:spPr>
          <a:xfrm>
            <a:off x="506880" y="1192680"/>
            <a:ext cx="4141080" cy="306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Connect to a Remote Server Using SSH?</a:t>
            </a:r>
            <a:endParaRPr b="0" lang="en-GB" sz="1600" spc="-1" strike="noStrike">
              <a:solidFill>
                <a:srgbClr val="000000"/>
              </a:solidFill>
              <a:latin typeface="Arial"/>
            </a:endParaRPr>
          </a:p>
        </p:txBody>
      </p:sp>
      <p:sp>
        <p:nvSpPr>
          <p:cNvPr id="288" name="Google Shape;159;p 36"/>
          <p:cNvSpPr/>
          <p:nvPr/>
        </p:nvSpPr>
        <p:spPr>
          <a:xfrm>
            <a:off x="509040" y="1803960"/>
            <a:ext cx="4246560" cy="308880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`ssh username@remote_host`.</a:t>
            </a:r>
            <a:endParaRPr b="0" lang="en-GB" sz="1200" spc="-1" strike="noStrike">
              <a:solidFill>
                <a:srgbClr val="000000"/>
              </a:solidFill>
              <a:latin typeface="Arial"/>
            </a:endParaRPr>
          </a:p>
        </p:txBody>
      </p:sp>
      <p:pic>
        <p:nvPicPr>
          <p:cNvPr id="289" name="" descr=""/>
          <p:cNvPicPr/>
          <p:nvPr/>
        </p:nvPicPr>
        <p:blipFill>
          <a:blip r:embed="rId1"/>
          <a:stretch/>
        </p:blipFill>
        <p:spPr>
          <a:xfrm>
            <a:off x="4516920" y="1525680"/>
            <a:ext cx="5371200" cy="2618280"/>
          </a:xfrm>
          <a:prstGeom prst="rect">
            <a:avLst/>
          </a:prstGeom>
          <a:ln w="36000">
            <a:noFill/>
          </a:ln>
        </p:spPr>
      </p:pic>
      <p:pic>
        <p:nvPicPr>
          <p:cNvPr id="290" name="Picture 36" descr=""/>
          <p:cNvPicPr/>
          <p:nvPr/>
        </p:nvPicPr>
        <p:blipFill>
          <a:blip r:embed="rId2"/>
          <a:stretch/>
        </p:blipFill>
        <p:spPr>
          <a:xfrm rot="16200000">
            <a:off x="6604560" y="888120"/>
            <a:ext cx="1170000" cy="536076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ubTitle"/>
          </p:nvPr>
        </p:nvSpPr>
        <p:spPr>
          <a:xfrm>
            <a:off x="2387520" y="2541600"/>
            <a:ext cx="5810760" cy="35280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181</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en-GB</dc:language>
  <cp:lastModifiedBy/>
  <dcterms:modified xsi:type="dcterms:W3CDTF">2025-03-31T14:32:48Z</dcterms:modified>
  <cp:revision>52</cp:revision>
  <dc:subject/>
  <dc:title>Presentation Title Goes Here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0x010100D48551353E320A478239C7923DF17815</vt:lpwstr>
  </property>
  <property fmtid="{D5CDD505-2E9C-101B-9397-08002B2CF9AE}" pid="4" name="MSIP_Label_defa4170-0d19-0005-0004-bc88714345d2_ActionId">
    <vt:lpwstr>c66ad8e2-d129-43bd-a8ec-5b6df568f088</vt:lpwstr>
  </property>
  <property fmtid="{D5CDD505-2E9C-101B-9397-08002B2CF9AE}" pid="5" name="MSIP_Label_defa4170-0d19-0005-0004-bc88714345d2_ContentBits">
    <vt:lpwstr>0</vt:lpwstr>
  </property>
  <property fmtid="{D5CDD505-2E9C-101B-9397-08002B2CF9AE}" pid="6" name="MSIP_Label_defa4170-0d19-0005-0004-bc88714345d2_Enabled">
    <vt:lpwstr>true</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etDate">
    <vt:lpwstr>2024-04-16T09:14:58Z</vt:lpwstr>
  </property>
  <property fmtid="{D5CDD505-2E9C-101B-9397-08002B2CF9AE}" pid="10" name="MSIP_Label_defa4170-0d19-0005-0004-bc88714345d2_SiteId">
    <vt:lpwstr>fe66d7b1-c17e-4ba8-a08d-2e146117dc7e</vt:lpwstr>
  </property>
  <property fmtid="{D5CDD505-2E9C-101B-9397-08002B2CF9AE}" pid="11" name="Notes">
    <vt:r8>24</vt:r8>
  </property>
  <property fmtid="{D5CDD505-2E9C-101B-9397-08002B2CF9AE}" pid="12" name="Order">
    <vt:r8>12300</vt:r8>
  </property>
  <property fmtid="{D5CDD505-2E9C-101B-9397-08002B2CF9AE}" pid="13" name="PresentationFormat">
    <vt:lpwstr>On-screen Show (16:9)</vt:lpwstr>
  </property>
  <property fmtid="{D5CDD505-2E9C-101B-9397-08002B2CF9AE}" pid="14" name="Slides">
    <vt:r8>24</vt:r8>
  </property>
  <property fmtid="{D5CDD505-2E9C-101B-9397-08002B2CF9AE}" pid="15" name="TriggerFlowInfo">
    <vt:lpwstr/>
  </property>
  <property fmtid="{D5CDD505-2E9C-101B-9397-08002B2CF9AE}" pid="16" name="_ExtendedDescription">
    <vt:lpwstr/>
  </property>
</Properties>
</file>