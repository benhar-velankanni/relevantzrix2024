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media/image1.png" ContentType="image/png"/>
  <Override PartName="/ppt/media/image7.jpeg" ContentType="image/jpeg"/>
  <Override PartName="/ppt/media/image2.png" ContentType="image/png"/>
  <Override PartName="/ppt/media/image3.png" ContentType="image/png"/>
  <Override PartName="/ppt/media/image4.png" ContentType="image/png"/>
  <Override PartName="/ppt/media/image6.jpeg" ContentType="image/jpeg"/>
  <Override PartName="/ppt/media/image5.png" ContentType="image/png"/>
  <Override PartName="/ppt/media/image8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7" r:id="rId9"/>
    <p:sldMasterId id="2147483659" r:id="rId10"/>
    <p:sldMasterId id="2147483661" r:id="rId11"/>
    <p:sldMasterId id="2147483663" r:id="rId12"/>
    <p:sldMasterId id="2147483665" r:id="rId13"/>
    <p:sldMasterId id="2147483667" r:id="rId14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</p:sldIdLst>
  <p:sldSz cx="9144000" cy="5145088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brea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ngle column text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76EDE35-F097-4B72-8794-D7CCA7BB065B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and image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8F54A1-2331-4A40-B1F9-6DF27A31B5A8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break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break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break_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5.png"/><Relationship Id="rId3" Type="http://schemas.openxmlformats.org/officeDocument/2006/relationships/hyperlink" Target="https://www.relevantz.com/" TargetMode="External"/><Relationship Id="rId4" Type="http://schemas.openxmlformats.org/officeDocument/2006/relationships/hyperlink" Target="https://www.linkedin.com/company/relevantz" TargetMode="External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2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5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6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7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8;p2" descr=""/>
          <p:cNvPicPr/>
          <p:nvPr/>
        </p:nvPicPr>
        <p:blipFill>
          <a:blip r:embed="rId2"/>
          <a:stretch/>
        </p:blipFill>
        <p:spPr>
          <a:xfrm>
            <a:off x="456840" y="494640"/>
            <a:ext cx="1773720" cy="412920"/>
          </a:xfrm>
          <a:prstGeom prst="rect">
            <a:avLst/>
          </a:prstGeom>
          <a:ln w="0">
            <a:noFill/>
          </a:ln>
        </p:spPr>
      </p:pic>
      <p:sp>
        <p:nvSpPr>
          <p:cNvPr id="1" name="Google Shape;10;p2"/>
          <p:cNvSpPr/>
          <p:nvPr/>
        </p:nvSpPr>
        <p:spPr>
          <a:xfrm>
            <a:off x="4288320" y="4549680"/>
            <a:ext cx="44272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15000"/>
              </a:lnSpc>
              <a:tabLst>
                <a:tab algn="l" pos="0"/>
              </a:tabLst>
            </a:pPr>
            <a:r>
              <a:rPr b="0" lang="en" sz="800" spc="-1" strike="noStrike">
                <a:solidFill>
                  <a:schemeClr val="accent1"/>
                </a:solidFill>
                <a:latin typeface="Calibri"/>
                <a:ea typeface="Proxima Nova"/>
              </a:rPr>
              <a:t>© 2025 Relevantz Technology Services, Inc. All rights reserved.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Google Shape;11;p2" descr=""/>
          <p:cNvPicPr/>
          <p:nvPr/>
        </p:nvPicPr>
        <p:blipFill>
          <a:blip r:embed="rId3"/>
          <a:stretch/>
        </p:blipFill>
        <p:spPr>
          <a:xfrm>
            <a:off x="0" y="1440360"/>
            <a:ext cx="3183120" cy="3701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6;p3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880" cy="163440"/>
          </a:xfrm>
          <a:prstGeom prst="rect">
            <a:avLst/>
          </a:prstGeom>
          <a:ln w="0">
            <a:noFill/>
          </a:ln>
        </p:spPr>
      </p:pic>
      <p:pic>
        <p:nvPicPr>
          <p:cNvPr id="8" name="Google Shape;19;p3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440" cy="456120"/>
          </a:xfrm>
          <a:prstGeom prst="rect">
            <a:avLst/>
          </a:prstGeom>
          <a:ln w="0">
            <a:noFill/>
          </a:ln>
        </p:spPr>
      </p:pic>
      <p:sp>
        <p:nvSpPr>
          <p:cNvPr id="9" name="Google Shape;33;p5"/>
          <p:cNvSpPr/>
          <p:nvPr/>
        </p:nvSpPr>
        <p:spPr>
          <a:xfrm>
            <a:off x="3781080" y="4731480"/>
            <a:ext cx="160272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sldNum" idx="1"/>
          </p:nvPr>
        </p:nvSpPr>
        <p:spPr>
          <a:xfrm>
            <a:off x="8533440" y="4731480"/>
            <a:ext cx="463320" cy="238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3A8DA4-1C83-4B39-BAA4-91CC86D19E4A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5;p4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880" cy="163440"/>
          </a:xfrm>
          <a:prstGeom prst="rect">
            <a:avLst/>
          </a:prstGeom>
          <a:ln w="0">
            <a:noFill/>
          </a:ln>
        </p:spPr>
      </p:pic>
      <p:pic>
        <p:nvPicPr>
          <p:cNvPr id="14" name="Google Shape;28;p4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440" cy="456120"/>
          </a:xfrm>
          <a:prstGeom prst="rect">
            <a:avLst/>
          </a:prstGeom>
          <a:ln w="0">
            <a:noFill/>
          </a:ln>
        </p:spPr>
      </p:pic>
      <p:sp>
        <p:nvSpPr>
          <p:cNvPr id="15" name="Google Shape;33;p5"/>
          <p:cNvSpPr/>
          <p:nvPr/>
        </p:nvSpPr>
        <p:spPr>
          <a:xfrm>
            <a:off x="3781080" y="4731480"/>
            <a:ext cx="160272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Google Shape;29;p5"/>
          <p:cNvSpPr/>
          <p:nvPr/>
        </p:nvSpPr>
        <p:spPr>
          <a:xfrm>
            <a:off x="4670640" y="959040"/>
            <a:ext cx="40222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sldNum" idx="2"/>
          </p:nvPr>
        </p:nvSpPr>
        <p:spPr>
          <a:xfrm>
            <a:off x="8533440" y="4731480"/>
            <a:ext cx="463320" cy="238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6D6E56-6C21-4F54-A1DE-11EC1C2CDFAF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35;p5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880" cy="163440"/>
          </a:xfrm>
          <a:prstGeom prst="rect">
            <a:avLst/>
          </a:prstGeom>
          <a:ln w="0">
            <a:noFill/>
          </a:ln>
        </p:spPr>
      </p:pic>
      <p:pic>
        <p:nvPicPr>
          <p:cNvPr id="21" name="Google Shape;37;p5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440" cy="456120"/>
          </a:xfrm>
          <a:prstGeom prst="rect">
            <a:avLst/>
          </a:prstGeom>
          <a:ln w="0">
            <a:noFill/>
          </a:ln>
        </p:spPr>
      </p:pic>
      <p:sp>
        <p:nvSpPr>
          <p:cNvPr id="22" name="Google Shape;33;p5"/>
          <p:cNvSpPr/>
          <p:nvPr/>
        </p:nvSpPr>
        <p:spPr>
          <a:xfrm>
            <a:off x="3337560" y="4731480"/>
            <a:ext cx="160272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sldNum" idx="3"/>
          </p:nvPr>
        </p:nvSpPr>
        <p:spPr>
          <a:xfrm>
            <a:off x="8515800" y="4731480"/>
            <a:ext cx="463320" cy="238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A14A5F-AC07-4D96-9E4E-2FF2478EA3C7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41;p6"/>
          <p:cNvSpPr/>
          <p:nvPr/>
        </p:nvSpPr>
        <p:spPr>
          <a:xfrm>
            <a:off x="895680" y="1427400"/>
            <a:ext cx="1436760" cy="1437120"/>
          </a:xfrm>
          <a:prstGeom prst="donut">
            <a:avLst>
              <a:gd name="adj" fmla="val 5329"/>
            </a:avLst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Calibri"/>
              <a:ea typeface="Arial"/>
            </a:endParaRPr>
          </a:p>
        </p:txBody>
      </p:sp>
      <p:sp>
        <p:nvSpPr>
          <p:cNvPr id="27" name="Google Shape;44;p6"/>
          <p:cNvSpPr/>
          <p:nvPr/>
        </p:nvSpPr>
        <p:spPr>
          <a:xfrm>
            <a:off x="3858840" y="1427400"/>
            <a:ext cx="1436760" cy="1437120"/>
          </a:xfrm>
          <a:prstGeom prst="donut">
            <a:avLst>
              <a:gd name="adj" fmla="val 5329"/>
            </a:avLst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Calibri"/>
              <a:ea typeface="Arial"/>
            </a:endParaRPr>
          </a:p>
        </p:txBody>
      </p:sp>
      <p:sp>
        <p:nvSpPr>
          <p:cNvPr id="28" name="Google Shape;47;p6"/>
          <p:cNvSpPr/>
          <p:nvPr/>
        </p:nvSpPr>
        <p:spPr>
          <a:xfrm>
            <a:off x="6793560" y="1427400"/>
            <a:ext cx="1436760" cy="1437120"/>
          </a:xfrm>
          <a:prstGeom prst="donut">
            <a:avLst>
              <a:gd name="adj" fmla="val 5329"/>
            </a:avLst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Calibri"/>
              <a:ea typeface="Arial"/>
            </a:endParaRPr>
          </a:p>
        </p:txBody>
      </p:sp>
      <p:pic>
        <p:nvPicPr>
          <p:cNvPr id="29" name="Google Shape;50;p6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880" cy="163440"/>
          </a:xfrm>
          <a:prstGeom prst="rect">
            <a:avLst/>
          </a:prstGeom>
          <a:ln w="0">
            <a:noFill/>
          </a:ln>
        </p:spPr>
      </p:pic>
      <p:pic>
        <p:nvPicPr>
          <p:cNvPr id="30" name="Google Shape;53;p6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440" cy="456120"/>
          </a:xfrm>
          <a:prstGeom prst="rect">
            <a:avLst/>
          </a:prstGeom>
          <a:ln w="0">
            <a:noFill/>
          </a:ln>
        </p:spPr>
      </p:pic>
      <p:sp>
        <p:nvSpPr>
          <p:cNvPr id="31" name="Google Shape;33;p5"/>
          <p:cNvSpPr/>
          <p:nvPr/>
        </p:nvSpPr>
        <p:spPr>
          <a:xfrm>
            <a:off x="3781080" y="4731480"/>
            <a:ext cx="160272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sldNum" idx="4"/>
          </p:nvPr>
        </p:nvSpPr>
        <p:spPr>
          <a:xfrm>
            <a:off x="8515800" y="4731480"/>
            <a:ext cx="463320" cy="23868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F6BF48-F2DD-4C23-83F5-784DBE7CF01B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57;p7"/>
          <p:cNvSpPr/>
          <p:nvPr/>
        </p:nvSpPr>
        <p:spPr>
          <a:xfrm flipH="1" rot="10800000">
            <a:off x="456120" y="915120"/>
            <a:ext cx="4768200" cy="2628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320" bIns="1332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Calibri"/>
              <a:ea typeface="Proxima Nova"/>
            </a:endParaRPr>
          </a:p>
        </p:txBody>
      </p:sp>
      <p:pic>
        <p:nvPicPr>
          <p:cNvPr id="36" name="Google Shape;59;p7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880" cy="163440"/>
          </a:xfrm>
          <a:prstGeom prst="rect">
            <a:avLst/>
          </a:prstGeom>
          <a:ln w="0">
            <a:noFill/>
          </a:ln>
        </p:spPr>
      </p:pic>
      <p:pic>
        <p:nvPicPr>
          <p:cNvPr id="37" name="Google Shape;60;p7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440" cy="456120"/>
          </a:xfrm>
          <a:prstGeom prst="rect">
            <a:avLst/>
          </a:prstGeom>
          <a:ln w="0">
            <a:noFill/>
          </a:ln>
        </p:spPr>
      </p:pic>
      <p:grpSp>
        <p:nvGrpSpPr>
          <p:cNvPr id="38" name="Google Shape;61;p7"/>
          <p:cNvGrpSpPr/>
          <p:nvPr/>
        </p:nvGrpSpPr>
        <p:grpSpPr>
          <a:xfrm>
            <a:off x="6506280" y="720"/>
            <a:ext cx="2718360" cy="5019480"/>
            <a:chOff x="6506280" y="720"/>
            <a:chExt cx="2718360" cy="5019480"/>
          </a:xfrm>
        </p:grpSpPr>
        <p:sp>
          <p:nvSpPr>
            <p:cNvPr id="39" name="Google Shape;62;p7"/>
            <p:cNvSpPr/>
            <p:nvPr/>
          </p:nvSpPr>
          <p:spPr>
            <a:xfrm rot="10800000">
              <a:off x="7688880" y="720"/>
              <a:ext cx="1454400" cy="2336400"/>
            </a:xfrm>
            <a:prstGeom prst="rtTriangle">
              <a:avLst/>
            </a:prstGeom>
            <a:gradFill rotWithShape="0"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GB" sz="1400" spc="-1" strike="noStrike">
                <a:solidFill>
                  <a:srgbClr val="000000"/>
                </a:solidFill>
                <a:latin typeface="Calibri"/>
                <a:ea typeface="Arial"/>
              </a:endParaRPr>
            </a:p>
          </p:txBody>
        </p:sp>
        <p:sp>
          <p:nvSpPr>
            <p:cNvPr id="40" name="Google Shape;63;p7"/>
            <p:cNvSpPr/>
            <p:nvPr/>
          </p:nvSpPr>
          <p:spPr>
            <a:xfrm rot="16200000">
              <a:off x="5940000" y="1735560"/>
              <a:ext cx="3850920" cy="271836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GB" sz="1400" spc="-1" strike="noStrike">
                <a:solidFill>
                  <a:srgbClr val="000000"/>
                </a:solidFill>
                <a:latin typeface="Calibri"/>
                <a:ea typeface="Arial"/>
              </a:endParaRPr>
            </a:p>
          </p:txBody>
        </p:sp>
      </p:grp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65;p8"/>
          <p:cNvSpPr/>
          <p:nvPr/>
        </p:nvSpPr>
        <p:spPr>
          <a:xfrm>
            <a:off x="2171880" y="1456560"/>
            <a:ext cx="526104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4400" spc="-1" strike="noStrike">
                <a:solidFill>
                  <a:schemeClr val="accent1"/>
                </a:solidFill>
                <a:latin typeface="Calibri"/>
                <a:ea typeface="Proxima Nova"/>
              </a:rPr>
              <a:t>THANK YOU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Google Shape;67;p8" descr=""/>
          <p:cNvPicPr/>
          <p:nvPr/>
        </p:nvPicPr>
        <p:blipFill>
          <a:blip r:embed="rId2"/>
          <a:srcRect l="75945" t="0" r="0" b="53046"/>
          <a:stretch/>
        </p:blipFill>
        <p:spPr>
          <a:xfrm>
            <a:off x="0" y="3412080"/>
            <a:ext cx="2048040" cy="1730520"/>
          </a:xfrm>
          <a:prstGeom prst="rect">
            <a:avLst/>
          </a:prstGeom>
          <a:ln w="0">
            <a:noFill/>
          </a:ln>
        </p:spPr>
      </p:pic>
      <p:sp>
        <p:nvSpPr>
          <p:cNvPr id="45" name="Google Shape;68;p8"/>
          <p:cNvSpPr/>
          <p:nvPr/>
        </p:nvSpPr>
        <p:spPr>
          <a:xfrm>
            <a:off x="2165400" y="3363120"/>
            <a:ext cx="6487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chemeClr val="accent1"/>
                </a:solidFill>
                <a:latin typeface="Calibri"/>
                <a:ea typeface="Proxima Nova Semibold"/>
              </a:rPr>
              <a:t>About Relevantz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Arial"/>
              </a:rPr>
              <a:t>Relevantz Technology Services Inc. has been delivering relevant technology solutions for leading enterprises and ISVs for over 25+ years. Our team of 1200+ software engineers across 4 global offices serves customers across the finance, healthcare, insurance, media, telecom, retail, and technology sectors. Learn more at </a:t>
            </a:r>
            <a:r>
              <a:rPr b="0" lang="en-US" sz="1000" spc="-1" strike="noStrike" u="sng">
                <a:solidFill>
                  <a:schemeClr val="accent1"/>
                </a:solidFill>
                <a:uFillTx/>
                <a:latin typeface="Calibri"/>
                <a:ea typeface="Arial"/>
                <a:hlinkClick r:id="rId3"/>
              </a:rPr>
              <a:t>www.relevantz.com</a:t>
            </a:r>
            <a:r>
              <a:rPr b="0" lang="en-US" sz="1000" spc="-1" strike="noStrike">
                <a:solidFill>
                  <a:schemeClr val="accent1"/>
                </a:solidFill>
                <a:latin typeface="Calibri"/>
                <a:ea typeface="Arial"/>
              </a:rPr>
              <a:t> </a:t>
            </a: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Arial"/>
              </a:rPr>
              <a:t>or </a:t>
            </a:r>
            <a:r>
              <a:rPr b="0" lang="en-US" sz="1000" spc="-1" strike="noStrike" u="sng">
                <a:solidFill>
                  <a:schemeClr val="accent1"/>
                </a:solidFill>
                <a:uFillTx/>
                <a:latin typeface="Calibri"/>
                <a:ea typeface="Arial"/>
                <a:hlinkClick r:id="rId4"/>
              </a:rPr>
              <a:t>@relevantztech</a:t>
            </a: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Arial"/>
              </a:rPr>
              <a:t>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tabLst>
                <a:tab algn="l" pos="0"/>
              </a:tabLst>
            </a:pPr>
            <a:r>
              <a:rPr b="0" lang="en" sz="1000" spc="-1" strike="noStrike">
                <a:solidFill>
                  <a:srgbClr val="000000"/>
                </a:solidFill>
                <a:latin typeface="Calibri"/>
                <a:ea typeface="Proxima Nova"/>
              </a:rPr>
              <a:t>© 2025 Relevantz Technology Services, Inc. All rights reserved.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Google Shape;69;p8"/>
          <p:cNvSpPr/>
          <p:nvPr/>
        </p:nvSpPr>
        <p:spPr>
          <a:xfrm>
            <a:off x="2165760" y="3057480"/>
            <a:ext cx="6491160" cy="2700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680" bIns="1368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Calibri"/>
              <a:ea typeface="Proxima Nova"/>
            </a:endParaRPr>
          </a:p>
        </p:txBody>
      </p:sp>
      <p:pic>
        <p:nvPicPr>
          <p:cNvPr id="47" name="Google Shape;70;p8" descr=""/>
          <p:cNvPicPr/>
          <p:nvPr/>
        </p:nvPicPr>
        <p:blipFill>
          <a:blip r:embed="rId5"/>
          <a:stretch/>
        </p:blipFill>
        <p:spPr>
          <a:xfrm>
            <a:off x="6869160" y="422640"/>
            <a:ext cx="1784520" cy="41472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6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7;p7"/>
          <p:cNvSpPr/>
          <p:nvPr/>
        </p:nvSpPr>
        <p:spPr>
          <a:xfrm flipH="1" rot="10800000">
            <a:off x="457200" y="915480"/>
            <a:ext cx="4767840" cy="2592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960" bIns="1296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Calibri"/>
              <a:ea typeface="Proxima Nova"/>
            </a:endParaRPr>
          </a:p>
        </p:txBody>
      </p:sp>
      <p:pic>
        <p:nvPicPr>
          <p:cNvPr id="51" name="Google Shape;59;p7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520" cy="163080"/>
          </a:xfrm>
          <a:prstGeom prst="rect">
            <a:avLst/>
          </a:prstGeom>
          <a:ln w="0">
            <a:noFill/>
          </a:ln>
        </p:spPr>
      </p:pic>
      <p:pic>
        <p:nvPicPr>
          <p:cNvPr id="52" name="Google Shape;60;p7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080" cy="455760"/>
          </a:xfrm>
          <a:prstGeom prst="rect">
            <a:avLst/>
          </a:prstGeom>
          <a:ln w="0">
            <a:noFill/>
          </a:ln>
        </p:spPr>
      </p:pic>
      <p:grpSp>
        <p:nvGrpSpPr>
          <p:cNvPr id="53" name="Google Shape;61;p7"/>
          <p:cNvGrpSpPr/>
          <p:nvPr/>
        </p:nvGrpSpPr>
        <p:grpSpPr>
          <a:xfrm>
            <a:off x="6506280" y="1080"/>
            <a:ext cx="2718000" cy="5019120"/>
            <a:chOff x="6506280" y="1080"/>
            <a:chExt cx="2718000" cy="5019120"/>
          </a:xfrm>
        </p:grpSpPr>
        <p:sp>
          <p:nvSpPr>
            <p:cNvPr id="54" name="Google Shape;62;p7"/>
            <p:cNvSpPr/>
            <p:nvPr/>
          </p:nvSpPr>
          <p:spPr>
            <a:xfrm rot="10800000">
              <a:off x="7689240" y="1080"/>
              <a:ext cx="1454040" cy="2336040"/>
            </a:xfrm>
            <a:prstGeom prst="rtTriangle">
              <a:avLst/>
            </a:prstGeom>
            <a:gradFill rotWithShape="0"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GB" sz="1400" spc="-1" strike="noStrike">
                <a:solidFill>
                  <a:srgbClr val="000000"/>
                </a:solidFill>
                <a:latin typeface="Calibri"/>
                <a:ea typeface="Arial"/>
              </a:endParaRPr>
            </a:p>
          </p:txBody>
        </p:sp>
        <p:sp>
          <p:nvSpPr>
            <p:cNvPr id="55" name="Google Shape;63;p7"/>
            <p:cNvSpPr/>
            <p:nvPr/>
          </p:nvSpPr>
          <p:spPr>
            <a:xfrm rot="16200000">
              <a:off x="5940000" y="1735920"/>
              <a:ext cx="3850560" cy="271800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GB" sz="1400" spc="-1" strike="noStrike">
                <a:solidFill>
                  <a:srgbClr val="000000"/>
                </a:solidFill>
                <a:latin typeface="Calibri"/>
                <a:ea typeface="Arial"/>
              </a:endParaRPr>
            </a:p>
          </p:txBody>
        </p:sp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16;p3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520" cy="163080"/>
          </a:xfrm>
          <a:prstGeom prst="rect">
            <a:avLst/>
          </a:prstGeom>
          <a:ln w="0">
            <a:noFill/>
          </a:ln>
        </p:spPr>
      </p:pic>
      <p:pic>
        <p:nvPicPr>
          <p:cNvPr id="59" name="Google Shape;19;p3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080" cy="455760"/>
          </a:xfrm>
          <a:prstGeom prst="rect">
            <a:avLst/>
          </a:prstGeom>
          <a:ln w="0">
            <a:noFill/>
          </a:ln>
        </p:spPr>
      </p:pic>
      <p:sp>
        <p:nvSpPr>
          <p:cNvPr id="60" name="Google Shape;33;p5"/>
          <p:cNvSpPr/>
          <p:nvPr/>
        </p:nvSpPr>
        <p:spPr>
          <a:xfrm>
            <a:off x="3781080" y="4731480"/>
            <a:ext cx="1602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sldNum" idx="5"/>
          </p:nvPr>
        </p:nvSpPr>
        <p:spPr>
          <a:xfrm>
            <a:off x="8533440" y="4731480"/>
            <a:ext cx="462960" cy="2383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D8E801-02D8-49C3-AAC2-185F06153556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35;p5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520" cy="163080"/>
          </a:xfrm>
          <a:prstGeom prst="rect">
            <a:avLst/>
          </a:prstGeom>
          <a:ln w="0">
            <a:noFill/>
          </a:ln>
        </p:spPr>
      </p:pic>
      <p:pic>
        <p:nvPicPr>
          <p:cNvPr id="65" name="Google Shape;37;p5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080" cy="455760"/>
          </a:xfrm>
          <a:prstGeom prst="rect">
            <a:avLst/>
          </a:prstGeom>
          <a:ln w="0">
            <a:noFill/>
          </a:ln>
        </p:spPr>
      </p:pic>
      <p:sp>
        <p:nvSpPr>
          <p:cNvPr id="66" name="Google Shape;33;p5"/>
          <p:cNvSpPr/>
          <p:nvPr/>
        </p:nvSpPr>
        <p:spPr>
          <a:xfrm>
            <a:off x="3337560" y="4731480"/>
            <a:ext cx="1602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99999"/>
                </a:solidFill>
                <a:highlight>
                  <a:srgbClr val="ffffff"/>
                </a:highlight>
                <a:latin typeface="Calibri"/>
                <a:ea typeface="Proxima Nova"/>
              </a:rPr>
              <a:t>For Internal Use Only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sldNum" idx="6"/>
          </p:nvPr>
        </p:nvSpPr>
        <p:spPr>
          <a:xfrm>
            <a:off x="8515800" y="4731480"/>
            <a:ext cx="462960" cy="23832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911ABD-2DA9-41EF-BC5C-D66781A5713C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57;p7"/>
          <p:cNvSpPr/>
          <p:nvPr/>
        </p:nvSpPr>
        <p:spPr>
          <a:xfrm flipH="1" rot="10800000">
            <a:off x="457200" y="915480"/>
            <a:ext cx="4767840" cy="2592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960" bIns="1296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Calibri"/>
              <a:ea typeface="Proxima Nova"/>
            </a:endParaRPr>
          </a:p>
        </p:txBody>
      </p:sp>
      <p:pic>
        <p:nvPicPr>
          <p:cNvPr id="71" name="Google Shape;59;p7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520" cy="163080"/>
          </a:xfrm>
          <a:prstGeom prst="rect">
            <a:avLst/>
          </a:prstGeom>
          <a:ln w="0">
            <a:noFill/>
          </a:ln>
        </p:spPr>
      </p:pic>
      <p:pic>
        <p:nvPicPr>
          <p:cNvPr id="72" name="Google Shape;60;p7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080" cy="455760"/>
          </a:xfrm>
          <a:prstGeom prst="rect">
            <a:avLst/>
          </a:prstGeom>
          <a:ln w="0">
            <a:noFill/>
          </a:ln>
        </p:spPr>
      </p:pic>
      <p:grpSp>
        <p:nvGrpSpPr>
          <p:cNvPr id="73" name="Google Shape;61;p7"/>
          <p:cNvGrpSpPr/>
          <p:nvPr/>
        </p:nvGrpSpPr>
        <p:grpSpPr>
          <a:xfrm>
            <a:off x="6506280" y="1080"/>
            <a:ext cx="2718000" cy="5019120"/>
            <a:chOff x="6506280" y="1080"/>
            <a:chExt cx="2718000" cy="5019120"/>
          </a:xfrm>
        </p:grpSpPr>
        <p:sp>
          <p:nvSpPr>
            <p:cNvPr id="74" name="Google Shape;62;p7"/>
            <p:cNvSpPr/>
            <p:nvPr/>
          </p:nvSpPr>
          <p:spPr>
            <a:xfrm rot="10800000">
              <a:off x="7689240" y="1080"/>
              <a:ext cx="1454040" cy="2336040"/>
            </a:xfrm>
            <a:prstGeom prst="rtTriangle">
              <a:avLst/>
            </a:prstGeom>
            <a:gradFill rotWithShape="0"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GB" sz="1400" spc="-1" strike="noStrike">
                <a:solidFill>
                  <a:srgbClr val="000000"/>
                </a:solidFill>
                <a:latin typeface="Calibri"/>
                <a:ea typeface="Arial"/>
              </a:endParaRPr>
            </a:p>
          </p:txBody>
        </p:sp>
        <p:sp>
          <p:nvSpPr>
            <p:cNvPr id="75" name="Google Shape;63;p7"/>
            <p:cNvSpPr/>
            <p:nvPr/>
          </p:nvSpPr>
          <p:spPr>
            <a:xfrm rot="16200000">
              <a:off x="5940000" y="1735920"/>
              <a:ext cx="3850560" cy="271800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GB" sz="1400" spc="-1" strike="noStrike">
                <a:solidFill>
                  <a:srgbClr val="000000"/>
                </a:solidFill>
                <a:latin typeface="Calibri"/>
                <a:ea typeface="Arial"/>
              </a:endParaRPr>
            </a:p>
          </p:txBody>
        </p: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57;p7"/>
          <p:cNvSpPr/>
          <p:nvPr/>
        </p:nvSpPr>
        <p:spPr>
          <a:xfrm flipH="1" rot="10800000">
            <a:off x="457200" y="915480"/>
            <a:ext cx="4767840" cy="2592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960" bIns="1296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Calibri"/>
              <a:ea typeface="Proxima Nova"/>
            </a:endParaRPr>
          </a:p>
        </p:txBody>
      </p:sp>
      <p:pic>
        <p:nvPicPr>
          <p:cNvPr id="79" name="Google Shape;59;p7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520" cy="163080"/>
          </a:xfrm>
          <a:prstGeom prst="rect">
            <a:avLst/>
          </a:prstGeom>
          <a:ln w="0">
            <a:noFill/>
          </a:ln>
        </p:spPr>
      </p:pic>
      <p:pic>
        <p:nvPicPr>
          <p:cNvPr id="80" name="Google Shape;60;p7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080" cy="455760"/>
          </a:xfrm>
          <a:prstGeom prst="rect">
            <a:avLst/>
          </a:prstGeom>
          <a:ln w="0">
            <a:noFill/>
          </a:ln>
        </p:spPr>
      </p:pic>
      <p:grpSp>
        <p:nvGrpSpPr>
          <p:cNvPr id="81" name="Google Shape;61;p7"/>
          <p:cNvGrpSpPr/>
          <p:nvPr/>
        </p:nvGrpSpPr>
        <p:grpSpPr>
          <a:xfrm>
            <a:off x="6506280" y="1080"/>
            <a:ext cx="2718000" cy="5019120"/>
            <a:chOff x="6506280" y="1080"/>
            <a:chExt cx="2718000" cy="5019120"/>
          </a:xfrm>
        </p:grpSpPr>
        <p:sp>
          <p:nvSpPr>
            <p:cNvPr id="82" name="Google Shape;62;p7"/>
            <p:cNvSpPr/>
            <p:nvPr/>
          </p:nvSpPr>
          <p:spPr>
            <a:xfrm rot="10800000">
              <a:off x="7689240" y="1080"/>
              <a:ext cx="1454040" cy="2336040"/>
            </a:xfrm>
            <a:prstGeom prst="rtTriangle">
              <a:avLst/>
            </a:prstGeom>
            <a:gradFill rotWithShape="0"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GB" sz="1400" spc="-1" strike="noStrike">
                <a:solidFill>
                  <a:srgbClr val="000000"/>
                </a:solidFill>
                <a:latin typeface="Calibri"/>
                <a:ea typeface="Arial"/>
              </a:endParaRPr>
            </a:p>
          </p:txBody>
        </p:sp>
        <p:sp>
          <p:nvSpPr>
            <p:cNvPr id="83" name="Google Shape;63;p7"/>
            <p:cNvSpPr/>
            <p:nvPr/>
          </p:nvSpPr>
          <p:spPr>
            <a:xfrm rot="16200000">
              <a:off x="5940000" y="1735920"/>
              <a:ext cx="3850560" cy="271800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GB" sz="1400" spc="-1" strike="noStrike">
                <a:solidFill>
                  <a:srgbClr val="000000"/>
                </a:solidFill>
                <a:latin typeface="Calibri"/>
                <a:ea typeface="Arial"/>
              </a:endParaRPr>
            </a:p>
          </p:txBody>
        </p:sp>
      </p:grp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57;p7"/>
          <p:cNvSpPr/>
          <p:nvPr/>
        </p:nvSpPr>
        <p:spPr>
          <a:xfrm flipH="1" rot="10800000">
            <a:off x="457200" y="915480"/>
            <a:ext cx="4767840" cy="25920"/>
          </a:xfrm>
          <a:prstGeom prst="rect">
            <a:avLst/>
          </a:prstGeom>
          <a:gradFill rotWithShape="0">
            <a:gsLst>
              <a:gs pos="0">
                <a:srgbClr val="82297b"/>
              </a:gs>
              <a:gs pos="100000">
                <a:srgbClr val="bf2151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960" bIns="12960" anchor="ctr">
            <a:noAutofit/>
          </a:bodyPr>
          <a:p>
            <a:endParaRPr b="0" lang="en-GB" sz="1400" spc="-1" strike="noStrike">
              <a:solidFill>
                <a:srgbClr val="000000"/>
              </a:solidFill>
              <a:latin typeface="Calibri"/>
              <a:ea typeface="Proxima Nova"/>
            </a:endParaRPr>
          </a:p>
        </p:txBody>
      </p:sp>
      <p:pic>
        <p:nvPicPr>
          <p:cNvPr id="87" name="Google Shape;59;p7" descr=""/>
          <p:cNvPicPr/>
          <p:nvPr/>
        </p:nvPicPr>
        <p:blipFill>
          <a:blip r:embed="rId2"/>
          <a:stretch/>
        </p:blipFill>
        <p:spPr>
          <a:xfrm>
            <a:off x="664560" y="4769640"/>
            <a:ext cx="857520" cy="163080"/>
          </a:xfrm>
          <a:prstGeom prst="rect">
            <a:avLst/>
          </a:prstGeom>
          <a:ln w="0">
            <a:noFill/>
          </a:ln>
        </p:spPr>
      </p:pic>
      <p:pic>
        <p:nvPicPr>
          <p:cNvPr id="88" name="Google Shape;60;p7" descr=""/>
          <p:cNvPicPr/>
          <p:nvPr/>
        </p:nvPicPr>
        <p:blipFill>
          <a:blip r:embed="rId3"/>
          <a:stretch/>
        </p:blipFill>
        <p:spPr>
          <a:xfrm>
            <a:off x="0" y="4689000"/>
            <a:ext cx="613080" cy="455760"/>
          </a:xfrm>
          <a:prstGeom prst="rect">
            <a:avLst/>
          </a:prstGeom>
          <a:ln w="0">
            <a:noFill/>
          </a:ln>
        </p:spPr>
      </p:pic>
      <p:grpSp>
        <p:nvGrpSpPr>
          <p:cNvPr id="89" name="Google Shape;61;p7"/>
          <p:cNvGrpSpPr/>
          <p:nvPr/>
        </p:nvGrpSpPr>
        <p:grpSpPr>
          <a:xfrm>
            <a:off x="6506280" y="1080"/>
            <a:ext cx="2718000" cy="5019120"/>
            <a:chOff x="6506280" y="1080"/>
            <a:chExt cx="2718000" cy="5019120"/>
          </a:xfrm>
        </p:grpSpPr>
        <p:sp>
          <p:nvSpPr>
            <p:cNvPr id="90" name="Google Shape;62;p7"/>
            <p:cNvSpPr/>
            <p:nvPr/>
          </p:nvSpPr>
          <p:spPr>
            <a:xfrm rot="10800000">
              <a:off x="7689240" y="1080"/>
              <a:ext cx="1454040" cy="2336040"/>
            </a:xfrm>
            <a:prstGeom prst="rtTriangle">
              <a:avLst/>
            </a:prstGeom>
            <a:gradFill rotWithShape="0"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GB" sz="1400" spc="-1" strike="noStrike">
                <a:solidFill>
                  <a:srgbClr val="000000"/>
                </a:solidFill>
                <a:latin typeface="Calibri"/>
                <a:ea typeface="Arial"/>
              </a:endParaRPr>
            </a:p>
          </p:txBody>
        </p:sp>
        <p:sp>
          <p:nvSpPr>
            <p:cNvPr id="91" name="Google Shape;63;p7"/>
            <p:cNvSpPr/>
            <p:nvPr/>
          </p:nvSpPr>
          <p:spPr>
            <a:xfrm rot="16200000">
              <a:off x="5940000" y="1735920"/>
              <a:ext cx="3850560" cy="271800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GB" sz="1400" spc="-1" strike="noStrike">
                <a:solidFill>
                  <a:srgbClr val="000000"/>
                </a:solidFill>
                <a:latin typeface="Calibri"/>
                <a:ea typeface="Arial"/>
              </a:endParaRPr>
            </a:p>
          </p:txBody>
        </p:sp>
      </p:grp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612960" y="1887480"/>
            <a:ext cx="5072400" cy="137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400" spc="-1" strike="noStrike">
                <a:solidFill>
                  <a:schemeClr val="accent1"/>
                </a:solidFill>
                <a:latin typeface="Calibri"/>
                <a:ea typeface="Calibri"/>
              </a:rPr>
              <a:t>Public Speaking Techniques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6840" y="1069920"/>
            <a:ext cx="4767480" cy="25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pc="-1" strike="noStrike">
                <a:solidFill>
                  <a:schemeClr val="accent1"/>
                </a:solidFill>
                <a:latin typeface="Calibri"/>
                <a:ea typeface="Calibri"/>
              </a:rPr>
              <a:t>Objectives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69440" y="287280"/>
            <a:ext cx="821592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Objectives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Google Shape;130;p 2"/>
          <p:cNvSpPr/>
          <p:nvPr/>
        </p:nvSpPr>
        <p:spPr>
          <a:xfrm>
            <a:off x="459360" y="929520"/>
            <a:ext cx="821592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131;p 2"/>
          <p:cNvSpPr/>
          <p:nvPr/>
        </p:nvSpPr>
        <p:spPr>
          <a:xfrm>
            <a:off x="449640" y="1293480"/>
            <a:ext cx="8215920" cy="30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6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What is Public Speaking?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6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Need for Public Speaking As A Skill.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600" spc="-1" strike="noStrike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Arial"/>
              </a:rPr>
              <a:t>Methods to be an effective Public Speaker.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ldNum" idx="7"/>
          </p:nvPr>
        </p:nvSpPr>
        <p:spPr>
          <a:xfrm>
            <a:off x="8472240" y="4712760"/>
            <a:ext cx="547560" cy="27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82A566-C60C-43DB-B478-66B01931B511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10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9" dur="10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" dur="1000" fill="hold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" dur="1000" fill="hold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16" dur="10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1000" fill="hold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1000" fill="hold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23" dur="10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6840" y="1069920"/>
            <a:ext cx="4767480" cy="25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pc="-1" strike="noStrike">
                <a:solidFill>
                  <a:schemeClr val="accent1"/>
                </a:solidFill>
                <a:latin typeface="Calibri"/>
                <a:ea typeface="Calibri"/>
              </a:rPr>
              <a:t>Public Speaking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" descr=""/>
          <p:cNvPicPr/>
          <p:nvPr/>
        </p:nvPicPr>
        <p:blipFill>
          <a:blip r:embed="rId1"/>
          <a:srcRect l="22461" t="0" r="20110" b="0"/>
          <a:stretch/>
        </p:blipFill>
        <p:spPr>
          <a:xfrm>
            <a:off x="5004000" y="0"/>
            <a:ext cx="4139640" cy="5144760"/>
          </a:xfrm>
          <a:prstGeom prst="rect">
            <a:avLst/>
          </a:prstGeom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sldNum" idx="8"/>
          </p:nvPr>
        </p:nvSpPr>
        <p:spPr>
          <a:xfrm>
            <a:off x="8472240" y="4712760"/>
            <a:ext cx="547560" cy="27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891C0E-E554-451F-9972-EDF3B38E8FE3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title"/>
          </p:nvPr>
        </p:nvSpPr>
        <p:spPr>
          <a:xfrm>
            <a:off x="469440" y="287280"/>
            <a:ext cx="428328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Public Speaking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Google Shape;158;p 2"/>
          <p:cNvSpPr/>
          <p:nvPr/>
        </p:nvSpPr>
        <p:spPr>
          <a:xfrm>
            <a:off x="459720" y="1081800"/>
            <a:ext cx="375588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  <a:ea typeface="Arial"/>
              </a:rPr>
              <a:t>What is public speaking?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159;p 2"/>
          <p:cNvSpPr/>
          <p:nvPr/>
        </p:nvSpPr>
        <p:spPr>
          <a:xfrm>
            <a:off x="461520" y="1636200"/>
            <a:ext cx="3851280" cy="28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  <a:ea typeface="Arial"/>
              </a:rPr>
              <a:t>Public Speaking is the skill that measures the capacity of an individual to effectively deliver his or her agenda to a larger audience or a public forum.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" dur="indefinite" restart="never" nodeType="tmRoot">
          <p:childTnLst>
            <p:seq>
              <p:cTn id="25" dur="indefinite" nodeType="mainSeq">
                <p:childTnLst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1000" fill="hold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32" dur="10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" descr=""/>
          <p:cNvPicPr/>
          <p:nvPr/>
        </p:nvPicPr>
        <p:blipFill>
          <a:blip r:embed="rId1"/>
          <a:srcRect l="14955" t="0" r="39766" b="0"/>
          <a:stretch/>
        </p:blipFill>
        <p:spPr>
          <a:xfrm>
            <a:off x="5004000" y="0"/>
            <a:ext cx="4139640" cy="5142960"/>
          </a:xfrm>
          <a:prstGeom prst="rect">
            <a:avLst/>
          </a:prstGeom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sldNum" idx="9"/>
          </p:nvPr>
        </p:nvSpPr>
        <p:spPr>
          <a:xfrm>
            <a:off x="8472240" y="4712760"/>
            <a:ext cx="547560" cy="27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E57B93-BC68-4D01-9140-15CCA5BB0057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title"/>
          </p:nvPr>
        </p:nvSpPr>
        <p:spPr>
          <a:xfrm>
            <a:off x="469440" y="287280"/>
            <a:ext cx="428328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Public Speaking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158;p 4"/>
          <p:cNvSpPr/>
          <p:nvPr/>
        </p:nvSpPr>
        <p:spPr>
          <a:xfrm>
            <a:off x="459720" y="1081800"/>
            <a:ext cx="375588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  <a:ea typeface="Arial"/>
              </a:rPr>
              <a:t>Need of public speaking as a skill?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59;p 4"/>
          <p:cNvSpPr/>
          <p:nvPr/>
        </p:nvSpPr>
        <p:spPr>
          <a:xfrm>
            <a:off x="461520" y="1636200"/>
            <a:ext cx="3851280" cy="28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  <a:ea typeface="Arial"/>
              </a:rPr>
              <a:t>This skill is a direct measure of your capacity to captivate your audience and convince your listeners.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  <a:ea typeface="Arial"/>
              </a:rPr>
              <a:t>It also gauges how much you can influence your audience with a perspective of your own.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" dur="1000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1000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1" dur="10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6" dur="1000" fill="hold"/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" dur="1000" fill="hold"/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48" dur="1000"/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6840" y="1069920"/>
            <a:ext cx="4767480" cy="25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pc="-1" strike="noStrike">
                <a:solidFill>
                  <a:schemeClr val="accent1"/>
                </a:solidFill>
                <a:latin typeface="Calibri"/>
                <a:ea typeface="Calibri"/>
              </a:rPr>
              <a:t>Methods for Effective Public Speaking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rcRect l="5937" t="0" r="36287" b="0"/>
          <a:stretch/>
        </p:blipFill>
        <p:spPr>
          <a:xfrm>
            <a:off x="4500000" y="0"/>
            <a:ext cx="4643280" cy="5144760"/>
          </a:xfrm>
          <a:prstGeom prst="rect">
            <a:avLst/>
          </a:prstGeom>
          <a:ln w="0">
            <a:noFill/>
          </a:ln>
        </p:spPr>
      </p:pic>
      <p:sp>
        <p:nvSpPr>
          <p:cNvPr id="113" name="PlaceHolder 1"/>
          <p:cNvSpPr>
            <a:spLocks noGrp="1"/>
          </p:cNvSpPr>
          <p:nvPr>
            <p:ph type="sldNum" idx="10"/>
          </p:nvPr>
        </p:nvSpPr>
        <p:spPr>
          <a:xfrm>
            <a:off x="8472240" y="4712760"/>
            <a:ext cx="547560" cy="27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8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121101-8513-42D9-A041-73D66118C6F4}" type="slidenum">
              <a:rPr b="0" lang="en" sz="8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GB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title"/>
          </p:nvPr>
        </p:nvSpPr>
        <p:spPr>
          <a:xfrm>
            <a:off x="469440" y="287280"/>
            <a:ext cx="428328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accent1"/>
                </a:solidFill>
                <a:latin typeface="Calibri"/>
                <a:ea typeface="Calibri"/>
              </a:rPr>
              <a:t>Methods for Effective Public Speaking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158;p 7"/>
          <p:cNvSpPr/>
          <p:nvPr/>
        </p:nvSpPr>
        <p:spPr>
          <a:xfrm>
            <a:off x="459720" y="1117800"/>
            <a:ext cx="3755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  <a:ea typeface="Arial"/>
              </a:rPr>
              <a:t>Some methods to improve your public speaking skills are: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159;p 7"/>
          <p:cNvSpPr/>
          <p:nvPr/>
        </p:nvSpPr>
        <p:spPr>
          <a:xfrm>
            <a:off x="461520" y="1744200"/>
            <a:ext cx="3851280" cy="28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Confidence.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Composure.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Content.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Command.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Emphasis.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Practice.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Practice.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Arial"/>
              </a:rPr>
              <a:t>Practice.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400"/>
              </a:spcAft>
              <a:buClr>
                <a:srgbClr val="000000"/>
              </a:buClr>
              <a:buSzPct val="80000"/>
              <a:buFont typeface="OpenSymbol"/>
              <a:buAutoNum type="romanLc"/>
            </a:pP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" dur="1000" fill="hold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" dur="1000" fill="hold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57" dur="10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" dur="1000" fill="hold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" dur="1000" fill="hold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64" dur="10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" dur="1000" fill="hold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" dur="1000" fill="hold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71" dur="100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6" dur="1000" fill="hold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" dur="1000" fill="hold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78" dur="1000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3" dur="1000" fill="hold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" dur="1000" fill="hold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85" dur="1000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0" dur="1000" fill="hold"/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1" dur="1000" fill="hold"/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92" dur="1000"/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7" dur="1000" fill="hold"/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8" dur="1000" fill="hold"/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99" dur="1000"/>
                                        <p:tgtEl>
                                          <p:spTgt spid="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4" dur="1000" fill="hold"/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" dur="1000" fill="hold"/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106" dur="1000"/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6840" y="1069920"/>
            <a:ext cx="4767480" cy="25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pc="-1" strike="noStrike">
                <a:solidFill>
                  <a:schemeClr val="accent1"/>
                </a:solidFill>
                <a:latin typeface="Calibri"/>
                <a:ea typeface="Calibri"/>
              </a:rPr>
              <a:t>Q&amp;A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ubTitle"/>
          </p:nvPr>
        </p:nvSpPr>
        <p:spPr>
          <a:xfrm>
            <a:off x="2165400" y="2305440"/>
            <a:ext cx="5270760" cy="31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Nisanth Saravanan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Relevantz</Template>
  <TotalTime>30</TotalTime>
  <Application>LibreOffice/24.2.7.2$Windows_X86_64 LibreOffice_project/ee3885777aa7032db5a9b65deec9457448a91162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2025-06-13T14:00:14Z</dcterms:created>
  <dc:creator/>
  <dc:description/>
  <dc:language>en-GB</dc:language>
  <cp:lastModifiedBy/>
  <dcterms:modified xsi:type="dcterms:W3CDTF">2025-06-13T14:30:36Z</dcterms:modified>
  <cp:revision>12</cp:revision>
  <dc:subject/>
  <dc:title>Relevantz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0x010100D48551353E320A478239C7923DF17815</vt:lpwstr>
  </property>
  <property fmtid="{D5CDD505-2E9C-101B-9397-08002B2CF9AE}" pid="4" name="MSIP_Label_defa4170-0d19-0005-0004-bc88714345d2_ActionId">
    <vt:lpwstr>c66ad8e2-d129-43bd-a8ec-5b6df568f088</vt:lpwstr>
  </property>
  <property fmtid="{D5CDD505-2E9C-101B-9397-08002B2CF9AE}" pid="5" name="MSIP_Label_defa4170-0d19-0005-0004-bc88714345d2_ContentBits">
    <vt:lpwstr>0</vt:lpwstr>
  </property>
  <property fmtid="{D5CDD505-2E9C-101B-9397-08002B2CF9AE}" pid="6" name="MSIP_Label_defa4170-0d19-0005-0004-bc88714345d2_Enabled">
    <vt:lpwstr>true</vt:lpwstr>
  </property>
  <property fmtid="{D5CDD505-2E9C-101B-9397-08002B2CF9AE}" pid="7" name="MSIP_Label_defa4170-0d19-0005-0004-bc88714345d2_Method">
    <vt:lpwstr>Standard</vt:lpwstr>
  </property>
  <property fmtid="{D5CDD505-2E9C-101B-9397-08002B2CF9AE}" pid="8" name="MSIP_Label_defa4170-0d19-0005-0004-bc88714345d2_Name">
    <vt:lpwstr>defa4170-0d19-0005-0004-bc88714345d2</vt:lpwstr>
  </property>
  <property fmtid="{D5CDD505-2E9C-101B-9397-08002B2CF9AE}" pid="9" name="MSIP_Label_defa4170-0d19-0005-0004-bc88714345d2_SetDate">
    <vt:lpwstr>2024-04-16T09:14:58Z</vt:lpwstr>
  </property>
  <property fmtid="{D5CDD505-2E9C-101B-9397-08002B2CF9AE}" pid="10" name="MSIP_Label_defa4170-0d19-0005-0004-bc88714345d2_SiteId">
    <vt:lpwstr>fe66d7b1-c17e-4ba8-a08d-2e146117dc7e</vt:lpwstr>
  </property>
  <property fmtid="{D5CDD505-2E9C-101B-9397-08002B2CF9AE}" pid="11" name="Notes">
    <vt:r8>24</vt:r8>
  </property>
  <property fmtid="{D5CDD505-2E9C-101B-9397-08002B2CF9AE}" pid="12" name="Order">
    <vt:r8>12300</vt:r8>
  </property>
  <property fmtid="{D5CDD505-2E9C-101B-9397-08002B2CF9AE}" pid="13" name="PresentationFormat">
    <vt:lpwstr>On-screen Show (16:9)</vt:lpwstr>
  </property>
  <property fmtid="{D5CDD505-2E9C-101B-9397-08002B2CF9AE}" pid="14" name="Slides">
    <vt:r8>24</vt:r8>
  </property>
  <property fmtid="{D5CDD505-2E9C-101B-9397-08002B2CF9AE}" pid="15" name="TriggerFlowInfo">
    <vt:lpwstr/>
  </property>
  <property fmtid="{D5CDD505-2E9C-101B-9397-08002B2CF9AE}" pid="16" name="_ExtendedDescription">
    <vt:lpwstr/>
  </property>
</Properties>
</file>