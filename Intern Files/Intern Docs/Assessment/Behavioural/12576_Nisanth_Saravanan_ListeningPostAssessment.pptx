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jpeg" ContentType="image/jpeg"/>
  <Override PartName="/ppt/media/image5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ngl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540CBF2-4D27-4A04-9E76-C75E13EE853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BFB01C-6892-4972-99C7-3EE418CBBFC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an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8CC174-032B-4532-AD1A-76A39D6DA8F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61B366D-EFE6-4026-8DBA-1E4E6EA034E3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ngle column text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34D600-796B-4375-B4D6-09882C015D7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text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DFF74A-A460-4B38-860D-38141315166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and image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CABE280-5098-4E80-BEDA-FB075C356DA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5.png"/><Relationship Id="rId3" Type="http://schemas.openxmlformats.org/officeDocument/2006/relationships/hyperlink" Target="https://www.relevantz.com/" TargetMode="External"/><Relationship Id="rId4" Type="http://schemas.openxmlformats.org/officeDocument/2006/relationships/hyperlink" Target="https://www.linkedin.com/company/relevantz" TargetMode="Externa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8;p2" descr=""/>
          <p:cNvPicPr/>
          <p:nvPr/>
        </p:nvPicPr>
        <p:blipFill>
          <a:blip r:embed="rId2"/>
          <a:stretch/>
        </p:blipFill>
        <p:spPr>
          <a:xfrm>
            <a:off x="457200" y="495000"/>
            <a:ext cx="1774080" cy="41328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0;p2"/>
          <p:cNvSpPr/>
          <p:nvPr/>
        </p:nvSpPr>
        <p:spPr>
          <a:xfrm>
            <a:off x="4289040" y="4549680"/>
            <a:ext cx="44276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15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chemeClr val="accent1"/>
                </a:solidFill>
                <a:latin typeface="Calibri"/>
                <a:ea typeface="Proxima Nova"/>
              </a:rPr>
              <a:t>© 2025 Relevantz Technology Services, Inc. All rights reserved.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11;p2" descr=""/>
          <p:cNvPicPr/>
          <p:nvPr/>
        </p:nvPicPr>
        <p:blipFill>
          <a:blip r:embed="rId3"/>
          <a:stretch/>
        </p:blipFill>
        <p:spPr>
          <a:xfrm>
            <a:off x="0" y="1440720"/>
            <a:ext cx="3183480" cy="370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;p3" descr=""/>
          <p:cNvPicPr/>
          <p:nvPr/>
        </p:nvPicPr>
        <p:blipFill>
          <a:blip r:embed="rId2"/>
          <a:stretch/>
        </p:blipFill>
        <p:spPr>
          <a:xfrm>
            <a:off x="664920" y="4769640"/>
            <a:ext cx="857880" cy="163800"/>
          </a:xfrm>
          <a:prstGeom prst="rect">
            <a:avLst/>
          </a:prstGeom>
          <a:ln w="0">
            <a:noFill/>
          </a:ln>
        </p:spPr>
      </p:pic>
      <p:pic>
        <p:nvPicPr>
          <p:cNvPr id="6" name="Google Shape;19;p3" descr=""/>
          <p:cNvPicPr/>
          <p:nvPr/>
        </p:nvPicPr>
        <p:blipFill>
          <a:blip r:embed="rId3"/>
          <a:stretch/>
        </p:blipFill>
        <p:spPr>
          <a:xfrm>
            <a:off x="0" y="4689360"/>
            <a:ext cx="613800" cy="456480"/>
          </a:xfrm>
          <a:prstGeom prst="rect">
            <a:avLst/>
          </a:prstGeom>
          <a:ln w="0">
            <a:noFill/>
          </a:ln>
        </p:spPr>
      </p:pic>
      <p:sp>
        <p:nvSpPr>
          <p:cNvPr id="7" name="Google Shape;33;p5"/>
          <p:cNvSpPr/>
          <p:nvPr/>
        </p:nvSpPr>
        <p:spPr>
          <a:xfrm>
            <a:off x="3781440" y="4731840"/>
            <a:ext cx="16030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8533800" y="4731840"/>
            <a:ext cx="463320" cy="239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3EB0BC-DB61-4998-926E-29B1365D68C6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25;p4" descr=""/>
          <p:cNvPicPr/>
          <p:nvPr/>
        </p:nvPicPr>
        <p:blipFill>
          <a:blip r:embed="rId2"/>
          <a:stretch/>
        </p:blipFill>
        <p:spPr>
          <a:xfrm>
            <a:off x="664920" y="4769640"/>
            <a:ext cx="857880" cy="16380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28;p4" descr=""/>
          <p:cNvPicPr/>
          <p:nvPr/>
        </p:nvPicPr>
        <p:blipFill>
          <a:blip r:embed="rId3"/>
          <a:stretch/>
        </p:blipFill>
        <p:spPr>
          <a:xfrm>
            <a:off x="0" y="4689360"/>
            <a:ext cx="613800" cy="456480"/>
          </a:xfrm>
          <a:prstGeom prst="rect">
            <a:avLst/>
          </a:prstGeom>
          <a:ln w="0">
            <a:noFill/>
          </a:ln>
        </p:spPr>
      </p:pic>
      <p:sp>
        <p:nvSpPr>
          <p:cNvPr id="13" name="Google Shape;33;p5"/>
          <p:cNvSpPr/>
          <p:nvPr/>
        </p:nvSpPr>
        <p:spPr>
          <a:xfrm>
            <a:off x="3781440" y="4731840"/>
            <a:ext cx="16030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Google Shape;29;p5"/>
          <p:cNvSpPr/>
          <p:nvPr/>
        </p:nvSpPr>
        <p:spPr>
          <a:xfrm>
            <a:off x="4671360" y="959400"/>
            <a:ext cx="40222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1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sldNum" idx="2"/>
          </p:nvPr>
        </p:nvSpPr>
        <p:spPr>
          <a:xfrm>
            <a:off x="8533800" y="4731840"/>
            <a:ext cx="463320" cy="239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1CA171-4048-4F37-9CBB-8B9DBAD5C7D7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35;p5" descr=""/>
          <p:cNvPicPr/>
          <p:nvPr/>
        </p:nvPicPr>
        <p:blipFill>
          <a:blip r:embed="rId2"/>
          <a:stretch/>
        </p:blipFill>
        <p:spPr>
          <a:xfrm>
            <a:off x="664920" y="4769640"/>
            <a:ext cx="857880" cy="163800"/>
          </a:xfrm>
          <a:prstGeom prst="rect">
            <a:avLst/>
          </a:prstGeom>
          <a:ln w="0">
            <a:noFill/>
          </a:ln>
        </p:spPr>
      </p:pic>
      <p:pic>
        <p:nvPicPr>
          <p:cNvPr id="19" name="Google Shape;37;p5" descr=""/>
          <p:cNvPicPr/>
          <p:nvPr/>
        </p:nvPicPr>
        <p:blipFill>
          <a:blip r:embed="rId3"/>
          <a:stretch/>
        </p:blipFill>
        <p:spPr>
          <a:xfrm>
            <a:off x="0" y="4689360"/>
            <a:ext cx="613800" cy="456480"/>
          </a:xfrm>
          <a:prstGeom prst="rect">
            <a:avLst/>
          </a:prstGeom>
          <a:ln w="0">
            <a:noFill/>
          </a:ln>
        </p:spPr>
      </p:pic>
      <p:sp>
        <p:nvSpPr>
          <p:cNvPr id="20" name="Google Shape;33;p5"/>
          <p:cNvSpPr/>
          <p:nvPr/>
        </p:nvSpPr>
        <p:spPr>
          <a:xfrm>
            <a:off x="3337920" y="4731840"/>
            <a:ext cx="16030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sldNum" idx="3"/>
          </p:nvPr>
        </p:nvSpPr>
        <p:spPr>
          <a:xfrm>
            <a:off x="8516160" y="4731840"/>
            <a:ext cx="463320" cy="239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8228B8-7B31-4D30-AC02-DA37DCF40BAA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41;p6"/>
          <p:cNvSpPr/>
          <p:nvPr/>
        </p:nvSpPr>
        <p:spPr>
          <a:xfrm>
            <a:off x="896040" y="1428120"/>
            <a:ext cx="143712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sp>
        <p:nvSpPr>
          <p:cNvPr id="25" name="Google Shape;44;p6"/>
          <p:cNvSpPr/>
          <p:nvPr/>
        </p:nvSpPr>
        <p:spPr>
          <a:xfrm>
            <a:off x="3859200" y="1428120"/>
            <a:ext cx="143712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sp>
        <p:nvSpPr>
          <p:cNvPr id="26" name="Google Shape;47;p6"/>
          <p:cNvSpPr/>
          <p:nvPr/>
        </p:nvSpPr>
        <p:spPr>
          <a:xfrm>
            <a:off x="6793920" y="1428120"/>
            <a:ext cx="143712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pic>
        <p:nvPicPr>
          <p:cNvPr id="27" name="Google Shape;50;p6" descr=""/>
          <p:cNvPicPr/>
          <p:nvPr/>
        </p:nvPicPr>
        <p:blipFill>
          <a:blip r:embed="rId2"/>
          <a:stretch/>
        </p:blipFill>
        <p:spPr>
          <a:xfrm>
            <a:off x="664920" y="4769640"/>
            <a:ext cx="857880" cy="163800"/>
          </a:xfrm>
          <a:prstGeom prst="rect">
            <a:avLst/>
          </a:prstGeom>
          <a:ln w="0">
            <a:noFill/>
          </a:ln>
        </p:spPr>
      </p:pic>
      <p:pic>
        <p:nvPicPr>
          <p:cNvPr id="28" name="Google Shape;53;p6" descr=""/>
          <p:cNvPicPr/>
          <p:nvPr/>
        </p:nvPicPr>
        <p:blipFill>
          <a:blip r:embed="rId3"/>
          <a:stretch/>
        </p:blipFill>
        <p:spPr>
          <a:xfrm>
            <a:off x="0" y="4689360"/>
            <a:ext cx="613800" cy="456480"/>
          </a:xfrm>
          <a:prstGeom prst="rect">
            <a:avLst/>
          </a:prstGeom>
          <a:ln w="0">
            <a:noFill/>
          </a:ln>
        </p:spPr>
      </p:pic>
      <p:sp>
        <p:nvSpPr>
          <p:cNvPr id="29" name="Google Shape;33;p5"/>
          <p:cNvSpPr/>
          <p:nvPr/>
        </p:nvSpPr>
        <p:spPr>
          <a:xfrm>
            <a:off x="3781440" y="4731840"/>
            <a:ext cx="16030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4"/>
          </p:nvPr>
        </p:nvSpPr>
        <p:spPr>
          <a:xfrm>
            <a:off x="8516160" y="4731840"/>
            <a:ext cx="463320" cy="239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A62955-1FF4-4456-8D25-BC2D7D05D8CE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57;p7"/>
          <p:cNvSpPr/>
          <p:nvPr/>
        </p:nvSpPr>
        <p:spPr>
          <a:xfrm flipH="1" rot="10800000">
            <a:off x="457200" y="915120"/>
            <a:ext cx="4768560" cy="2664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34" name="Google Shape;59;p7" descr=""/>
          <p:cNvPicPr/>
          <p:nvPr/>
        </p:nvPicPr>
        <p:blipFill>
          <a:blip r:embed="rId2"/>
          <a:stretch/>
        </p:blipFill>
        <p:spPr>
          <a:xfrm>
            <a:off x="664920" y="4769640"/>
            <a:ext cx="857880" cy="163800"/>
          </a:xfrm>
          <a:prstGeom prst="rect">
            <a:avLst/>
          </a:prstGeom>
          <a:ln w="0">
            <a:noFill/>
          </a:ln>
        </p:spPr>
      </p:pic>
      <p:pic>
        <p:nvPicPr>
          <p:cNvPr id="35" name="Google Shape;60;p7" descr=""/>
          <p:cNvPicPr/>
          <p:nvPr/>
        </p:nvPicPr>
        <p:blipFill>
          <a:blip r:embed="rId3"/>
          <a:stretch/>
        </p:blipFill>
        <p:spPr>
          <a:xfrm>
            <a:off x="0" y="4689360"/>
            <a:ext cx="613800" cy="456480"/>
          </a:xfrm>
          <a:prstGeom prst="rect">
            <a:avLst/>
          </a:prstGeom>
          <a:ln w="0">
            <a:noFill/>
          </a:ln>
        </p:spPr>
      </p:pic>
      <p:grpSp>
        <p:nvGrpSpPr>
          <p:cNvPr id="36" name="Google Shape;61;p7"/>
          <p:cNvGrpSpPr/>
          <p:nvPr/>
        </p:nvGrpSpPr>
        <p:grpSpPr>
          <a:xfrm>
            <a:off x="6506640" y="720"/>
            <a:ext cx="2718720" cy="5019120"/>
            <a:chOff x="6506640" y="720"/>
            <a:chExt cx="2718720" cy="5019120"/>
          </a:xfrm>
        </p:grpSpPr>
        <p:sp>
          <p:nvSpPr>
            <p:cNvPr id="37" name="Google Shape;62;p7"/>
            <p:cNvSpPr/>
            <p:nvPr/>
          </p:nvSpPr>
          <p:spPr>
            <a:xfrm rot="10800000">
              <a:off x="7689240" y="720"/>
              <a:ext cx="1454760" cy="233640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  <p:sp>
          <p:nvSpPr>
            <p:cNvPr id="38" name="Google Shape;63;p7"/>
            <p:cNvSpPr/>
            <p:nvPr/>
          </p:nvSpPr>
          <p:spPr>
            <a:xfrm rot="16200000">
              <a:off x="5940720" y="1735200"/>
              <a:ext cx="3850560" cy="271872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</p:grp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65;p8"/>
          <p:cNvSpPr/>
          <p:nvPr/>
        </p:nvSpPr>
        <p:spPr>
          <a:xfrm>
            <a:off x="2172600" y="1456920"/>
            <a:ext cx="526140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400" spc="-1" strike="noStrike">
                <a:solidFill>
                  <a:schemeClr val="accent1"/>
                </a:solidFill>
                <a:latin typeface="Calibri"/>
                <a:ea typeface="Proxima Nova"/>
              </a:rPr>
              <a:t>THANK YOU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Google Shape;67;p8" descr=""/>
          <p:cNvPicPr/>
          <p:nvPr/>
        </p:nvPicPr>
        <p:blipFill>
          <a:blip r:embed="rId2"/>
          <a:srcRect l="75954" t="0" r="0" b="53050"/>
          <a:stretch/>
        </p:blipFill>
        <p:spPr>
          <a:xfrm>
            <a:off x="0" y="3412080"/>
            <a:ext cx="2048400" cy="173052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68;p8"/>
          <p:cNvSpPr/>
          <p:nvPr/>
        </p:nvSpPr>
        <p:spPr>
          <a:xfrm>
            <a:off x="2166120" y="3363480"/>
            <a:ext cx="6488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latin typeface="Calibri"/>
                <a:ea typeface="Proxima Nova Semibold"/>
              </a:rPr>
              <a:t>About Relevantz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Relevantz Technology Services Inc. has been delivering relevant technology solutions for leading enterprises and ISVs for over 25+ years. Our team of 1200+ software engineers across 4 global offices serves customers across the finance, healthcare, insurance, media, telecom, retail, and technology sectors. Learn more at </a:t>
            </a:r>
            <a:r>
              <a:rPr b="0" lang="en-US" sz="1000" spc="-1" strike="noStrike" u="sng">
                <a:solidFill>
                  <a:schemeClr val="accent1"/>
                </a:solidFill>
                <a:uFillTx/>
                <a:latin typeface="Calibri"/>
                <a:ea typeface="Arial"/>
                <a:hlinkClick r:id="rId3"/>
              </a:rPr>
              <a:t>www.relevantz.com</a:t>
            </a:r>
            <a:r>
              <a:rPr b="0" lang="en-US" sz="1000" spc="-1" strike="noStrike">
                <a:solidFill>
                  <a:schemeClr val="accent1"/>
                </a:solidFill>
                <a:latin typeface="Calibri"/>
                <a:ea typeface="Arial"/>
              </a:rPr>
              <a:t> 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or </a:t>
            </a:r>
            <a:r>
              <a:rPr b="0" lang="en-US" sz="1000" spc="-1" strike="noStrike" u="sng">
                <a:solidFill>
                  <a:schemeClr val="accent1"/>
                </a:solidFill>
                <a:uFillTx/>
                <a:latin typeface="Calibri"/>
                <a:ea typeface="Arial"/>
                <a:hlinkClick r:id="rId4"/>
              </a:rPr>
              <a:t>@relevantztech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tabLst>
                <a:tab algn="l" pos="0"/>
              </a:tabLst>
            </a:pPr>
            <a:r>
              <a:rPr b="0" lang="en" sz="1000" spc="-1" strike="noStrike">
                <a:solidFill>
                  <a:srgbClr val="000000"/>
                </a:solidFill>
                <a:latin typeface="Calibri"/>
                <a:ea typeface="Proxima Nova"/>
              </a:rPr>
              <a:t>© 2025 Relevantz Technology Services, Inc. All rights reserved.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69;p8"/>
          <p:cNvSpPr/>
          <p:nvPr/>
        </p:nvSpPr>
        <p:spPr>
          <a:xfrm>
            <a:off x="2166120" y="3057480"/>
            <a:ext cx="6491520" cy="2736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" bIns="13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45" name="Google Shape;70;p8" descr=""/>
          <p:cNvPicPr/>
          <p:nvPr/>
        </p:nvPicPr>
        <p:blipFill>
          <a:blip r:embed="rId5"/>
          <a:stretch/>
        </p:blipFill>
        <p:spPr>
          <a:xfrm>
            <a:off x="6869520" y="423000"/>
            <a:ext cx="1784880" cy="41508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6;p3" descr=""/>
          <p:cNvPicPr/>
          <p:nvPr/>
        </p:nvPicPr>
        <p:blipFill>
          <a:blip r:embed="rId2"/>
          <a:stretch/>
        </p:blipFill>
        <p:spPr>
          <a:xfrm>
            <a:off x="664920" y="4769640"/>
            <a:ext cx="857880" cy="163800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19;p3" descr=""/>
          <p:cNvPicPr/>
          <p:nvPr/>
        </p:nvPicPr>
        <p:blipFill>
          <a:blip r:embed="rId3"/>
          <a:stretch/>
        </p:blipFill>
        <p:spPr>
          <a:xfrm>
            <a:off x="0" y="4689360"/>
            <a:ext cx="613800" cy="45648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33;p5"/>
          <p:cNvSpPr/>
          <p:nvPr/>
        </p:nvSpPr>
        <p:spPr>
          <a:xfrm>
            <a:off x="3781440" y="4731840"/>
            <a:ext cx="16030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sldNum" idx="5"/>
          </p:nvPr>
        </p:nvSpPr>
        <p:spPr>
          <a:xfrm>
            <a:off x="8533800" y="4731840"/>
            <a:ext cx="463320" cy="239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B4E0DD-3875-421D-BACB-5CDD0F79E75C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25;p4" descr=""/>
          <p:cNvPicPr/>
          <p:nvPr/>
        </p:nvPicPr>
        <p:blipFill>
          <a:blip r:embed="rId2"/>
          <a:stretch/>
        </p:blipFill>
        <p:spPr>
          <a:xfrm>
            <a:off x="664920" y="4769640"/>
            <a:ext cx="857880" cy="163800"/>
          </a:xfrm>
          <a:prstGeom prst="rect">
            <a:avLst/>
          </a:prstGeom>
          <a:ln w="0">
            <a:noFill/>
          </a:ln>
        </p:spPr>
      </p:pic>
      <p:pic>
        <p:nvPicPr>
          <p:cNvPr id="55" name="Google Shape;28;p4" descr=""/>
          <p:cNvPicPr/>
          <p:nvPr/>
        </p:nvPicPr>
        <p:blipFill>
          <a:blip r:embed="rId3"/>
          <a:stretch/>
        </p:blipFill>
        <p:spPr>
          <a:xfrm>
            <a:off x="0" y="4689360"/>
            <a:ext cx="613800" cy="45648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33;p5"/>
          <p:cNvSpPr/>
          <p:nvPr/>
        </p:nvSpPr>
        <p:spPr>
          <a:xfrm>
            <a:off x="3781440" y="4731840"/>
            <a:ext cx="16030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29;p5"/>
          <p:cNvSpPr/>
          <p:nvPr/>
        </p:nvSpPr>
        <p:spPr>
          <a:xfrm>
            <a:off x="4671360" y="959400"/>
            <a:ext cx="40222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sldNum" idx="6"/>
          </p:nvPr>
        </p:nvSpPr>
        <p:spPr>
          <a:xfrm>
            <a:off x="8533800" y="4731840"/>
            <a:ext cx="463320" cy="239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E58397-3BC5-4DA8-95A2-174BC2A147F0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35;p5" descr=""/>
          <p:cNvPicPr/>
          <p:nvPr/>
        </p:nvPicPr>
        <p:blipFill>
          <a:blip r:embed="rId2"/>
          <a:stretch/>
        </p:blipFill>
        <p:spPr>
          <a:xfrm>
            <a:off x="664920" y="4769640"/>
            <a:ext cx="857880" cy="163800"/>
          </a:xfrm>
          <a:prstGeom prst="rect">
            <a:avLst/>
          </a:prstGeom>
          <a:ln w="0">
            <a:noFill/>
          </a:ln>
        </p:spPr>
      </p:pic>
      <p:pic>
        <p:nvPicPr>
          <p:cNvPr id="62" name="Google Shape;37;p5" descr=""/>
          <p:cNvPicPr/>
          <p:nvPr/>
        </p:nvPicPr>
        <p:blipFill>
          <a:blip r:embed="rId3"/>
          <a:stretch/>
        </p:blipFill>
        <p:spPr>
          <a:xfrm>
            <a:off x="0" y="4689360"/>
            <a:ext cx="613800" cy="45648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33;p5"/>
          <p:cNvSpPr/>
          <p:nvPr/>
        </p:nvSpPr>
        <p:spPr>
          <a:xfrm>
            <a:off x="3337920" y="4731840"/>
            <a:ext cx="16030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sldNum" idx="7"/>
          </p:nvPr>
        </p:nvSpPr>
        <p:spPr>
          <a:xfrm>
            <a:off x="8516160" y="4731840"/>
            <a:ext cx="463320" cy="2390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6AD359-CA83-4BDB-9743-594A06097E80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13680" y="1606320"/>
            <a:ext cx="507276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pc="-1" strike="noStrike">
                <a:solidFill>
                  <a:schemeClr val="accent1"/>
                </a:solidFill>
                <a:latin typeface="Calibri"/>
                <a:ea typeface="Calibri"/>
              </a:rPr>
              <a:t>Movie Ticket Booking Application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3651840" y="3111120"/>
            <a:ext cx="50342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An user-friendly mobile application.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1070280"/>
            <a:ext cx="4768560" cy="25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chemeClr val="accent1"/>
                </a:solidFill>
                <a:latin typeface="Calibri"/>
                <a:ea typeface="Calibri"/>
              </a:rPr>
              <a:t>Features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69800" y="287640"/>
            <a:ext cx="8216640" cy="6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Features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38;p 2"/>
          <p:cNvSpPr/>
          <p:nvPr/>
        </p:nvSpPr>
        <p:spPr>
          <a:xfrm>
            <a:off x="456120" y="904320"/>
            <a:ext cx="40006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User Account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39;p 2"/>
          <p:cNvSpPr/>
          <p:nvPr/>
        </p:nvSpPr>
        <p:spPr>
          <a:xfrm>
            <a:off x="458280" y="1292760"/>
            <a:ext cx="3852360" cy="28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Users should be able to create their own personalized account.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The account must contain the history of the user’s prior booking and the movies they have rated and reviewed.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Using the information history, movies can be suggested with the flair of the user’s personal taste to enhance their experience within the application.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40;p 2"/>
          <p:cNvSpPr/>
          <p:nvPr/>
        </p:nvSpPr>
        <p:spPr>
          <a:xfrm>
            <a:off x="4843080" y="929880"/>
            <a:ext cx="3756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Movie Listing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141;p 2"/>
          <p:cNvSpPr/>
          <p:nvPr/>
        </p:nvSpPr>
        <p:spPr>
          <a:xfrm>
            <a:off x="4837320" y="1290240"/>
            <a:ext cx="3772440" cy="30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The application should be able to showcase the list of available move that are currently being screened.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Each of the movies must have a short description to it, along with the main cast and crew, in order to attract audience. 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8"/>
          </p:nvPr>
        </p:nvSpPr>
        <p:spPr>
          <a:xfrm>
            <a:off x="8472600" y="4712760"/>
            <a:ext cx="547920" cy="27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9013B3-64DB-4189-B473-40BFB6D1055A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Num" idx="9"/>
          </p:nvPr>
        </p:nvSpPr>
        <p:spPr>
          <a:xfrm>
            <a:off x="8472600" y="4712760"/>
            <a:ext cx="547920" cy="27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80A54F-7363-463B-A5F2-E0BE5030F1F3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469800" y="287640"/>
            <a:ext cx="4284000" cy="6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Features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58;p 2"/>
          <p:cNvSpPr/>
          <p:nvPr/>
        </p:nvSpPr>
        <p:spPr>
          <a:xfrm>
            <a:off x="460080" y="1082160"/>
            <a:ext cx="3756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Ticket Booking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59;p 2"/>
          <p:cNvSpPr/>
          <p:nvPr/>
        </p:nvSpPr>
        <p:spPr>
          <a:xfrm>
            <a:off x="461880" y="1636560"/>
            <a:ext cx="3852360" cy="28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The ticket booking process must start off with the list of available shows that are currently being screened.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Then after choosing the desired show, the list of available and the occupied seats are to be shown distinctly.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Prior to confirming the booking, the information has to be confirmed by the user. 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5747040" y="930600"/>
            <a:ext cx="2712960" cy="338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69800" y="287640"/>
            <a:ext cx="8216640" cy="6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Features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38;p 3"/>
          <p:cNvSpPr/>
          <p:nvPr/>
        </p:nvSpPr>
        <p:spPr>
          <a:xfrm>
            <a:off x="456120" y="904320"/>
            <a:ext cx="40006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Payment Methods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39;p 3"/>
          <p:cNvSpPr/>
          <p:nvPr/>
        </p:nvSpPr>
        <p:spPr>
          <a:xfrm>
            <a:off x="458280" y="1292760"/>
            <a:ext cx="3852360" cy="28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The user must be able to freely choose from various payment methods such as debit, credit and other payment gateways such as PayPal etc.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140;p 3"/>
          <p:cNvSpPr/>
          <p:nvPr/>
        </p:nvSpPr>
        <p:spPr>
          <a:xfrm>
            <a:off x="4843080" y="929880"/>
            <a:ext cx="3756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Review and Rating System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141;p 3"/>
          <p:cNvSpPr/>
          <p:nvPr/>
        </p:nvSpPr>
        <p:spPr>
          <a:xfrm>
            <a:off x="4837320" y="1290240"/>
            <a:ext cx="3772440" cy="30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The user must have the ability to add and modify their personal rating and review to any movie of their choice.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And must also be able to freely view the ratings of the other users.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10"/>
          </p:nvPr>
        </p:nvSpPr>
        <p:spPr>
          <a:xfrm>
            <a:off x="8472600" y="4712760"/>
            <a:ext cx="547920" cy="27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812E8D-6352-4718-867C-FE567C1AE78B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9800" y="287640"/>
            <a:ext cx="8216640" cy="6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Features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38;p 4"/>
          <p:cNvSpPr/>
          <p:nvPr/>
        </p:nvSpPr>
        <p:spPr>
          <a:xfrm>
            <a:off x="456120" y="904320"/>
            <a:ext cx="400068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Discount Coupons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39;p 4"/>
          <p:cNvSpPr/>
          <p:nvPr/>
        </p:nvSpPr>
        <p:spPr>
          <a:xfrm>
            <a:off x="458280" y="1292760"/>
            <a:ext cx="3852360" cy="28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To attract users, frequent offers and discounts are to be planned accordingly.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These act as a marketing strategy to increase the number of users and is predicted to be contributing towards the profit margins. 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40;p 4"/>
          <p:cNvSpPr/>
          <p:nvPr/>
        </p:nvSpPr>
        <p:spPr>
          <a:xfrm>
            <a:off x="4843080" y="929880"/>
            <a:ext cx="3756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Loyalty Rewards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41;p 4"/>
          <p:cNvSpPr/>
          <p:nvPr/>
        </p:nvSpPr>
        <p:spPr>
          <a:xfrm>
            <a:off x="4837320" y="1290240"/>
            <a:ext cx="3772440" cy="30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Users should be rewarded with discounts and other offers for being a loyal user to the application.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The rewards may include offers to partnered brands and facilities. 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11"/>
          </p:nvPr>
        </p:nvSpPr>
        <p:spPr>
          <a:xfrm>
            <a:off x="8472600" y="4712760"/>
            <a:ext cx="547920" cy="27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C1D8DE-5796-450E-9399-570A988048C8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2166120" y="2305800"/>
            <a:ext cx="5271120" cy="32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Nisanth Saravanan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551353E320A478239C7923DF17815" ma:contentTypeVersion="4" ma:contentTypeDescription="Create a new document." ma:contentTypeScope="" ma:versionID="ccdf89177e581aa6c32557b9bcc06fb4">
  <xsd:schema xmlns:xsd="http://www.w3.org/2001/XMLSchema" xmlns:xs="http://www.w3.org/2001/XMLSchema" xmlns:p="http://schemas.microsoft.com/office/2006/metadata/properties" xmlns:ns2="a6c9649a-2f37-44a5-b08d-71c2150a6bad" targetNamespace="http://schemas.microsoft.com/office/2006/metadata/properties" ma:root="true" ma:fieldsID="1f43785d645b263b674840ee5b7f4d47" ns2:_="">
    <xsd:import namespace="a6c9649a-2f37-44a5-b08d-71c2150a6b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c9649a-2f37-44a5-b08d-71c2150a6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AB02F5-BA48-41F0-881B-62BF8D5BE8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7B9954-1002-4850-87A6-B3557E4A3004}">
  <ds:schemaRefs>
    <ds:schemaRef ds:uri="a985ba2b-3265-433f-b90f-f087e6a7e733"/>
    <ds:schemaRef ds:uri="b92b3a10-3cf5-4cf2-9ea4-9e3b3532bf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4D295B9-FBE9-4720-9881-CFFA53C5B567}">
  <ds:schemaRefs>
    <ds:schemaRef ds:uri="a6c9649a-2f37-44a5-b08d-71c2150a6b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LibreOffice/24.2.7.2$Windows_X86_64 LibreOffice_project/ee3885777aa7032db5a9b65deec9457448a91162</Application>
  <AppVersion>15.0000</AppVersion>
  <Words>1626</Words>
  <Paragraphs>200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2025-03-28T14:16:12Z</dcterms:modified>
  <cp:revision>8</cp:revision>
  <dc:subject/>
  <dc:title>Presentation Title Goes Here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0x010100D48551353E320A478239C7923DF17815</vt:lpwstr>
  </property>
  <property fmtid="{D5CDD505-2E9C-101B-9397-08002B2CF9AE}" pid="4" name="MSIP_Label_defa4170-0d19-0005-0004-bc88714345d2_ActionId">
    <vt:lpwstr>c66ad8e2-d129-43bd-a8ec-5b6df568f088</vt:lpwstr>
  </property>
  <property fmtid="{D5CDD505-2E9C-101B-9397-08002B2CF9AE}" pid="5" name="MSIP_Label_defa4170-0d19-0005-0004-bc88714345d2_ContentBits">
    <vt:lpwstr>0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etDate">
    <vt:lpwstr>2024-04-16T09:14:58Z</vt:lpwstr>
  </property>
  <property fmtid="{D5CDD505-2E9C-101B-9397-08002B2CF9AE}" pid="10" name="MSIP_Label_defa4170-0d19-0005-0004-bc88714345d2_SiteId">
    <vt:lpwstr>fe66d7b1-c17e-4ba8-a08d-2e146117dc7e</vt:lpwstr>
  </property>
  <property fmtid="{D5CDD505-2E9C-101B-9397-08002B2CF9AE}" pid="11" name="Notes">
    <vt:i4>24</vt:i4>
  </property>
  <property fmtid="{D5CDD505-2E9C-101B-9397-08002B2CF9AE}" pid="12" name="Order">
    <vt:r8>12300</vt:r8>
  </property>
  <property fmtid="{D5CDD505-2E9C-101B-9397-08002B2CF9AE}" pid="13" name="PresentationFormat">
    <vt:lpwstr>On-screen Show (16:9)</vt:lpwstr>
  </property>
  <property fmtid="{D5CDD505-2E9C-101B-9397-08002B2CF9AE}" pid="14" name="Slides">
    <vt:i4>24</vt:i4>
  </property>
  <property fmtid="{D5CDD505-2E9C-101B-9397-08002B2CF9AE}" pid="15" name="TriggerFlowInfo">
    <vt:lpwstr/>
  </property>
  <property fmtid="{D5CDD505-2E9C-101B-9397-08002B2CF9AE}" pid="16" name="_ExtendedDescription">
    <vt:lpwstr/>
  </property>
</Properties>
</file>