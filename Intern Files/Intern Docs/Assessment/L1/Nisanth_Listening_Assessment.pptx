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143F71-0D22-4283-91B9-E0B82DB9A7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6FA184C-FD0B-4FC2-A1D4-26C7A23E393E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Shopping App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List of Modules Required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080000" y="396000"/>
            <a:ext cx="306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List of modules required: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215000" y="2033280"/>
            <a:ext cx="4725000" cy="2323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The modules required are listed below: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User Registration and Authentication.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Product Listings.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Shopping Cart and Checkout.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Order Tracking and History.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Help Desk.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Action Plan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1080000" y="396000"/>
            <a:ext cx="432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User Registration and Authentication: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215000" y="1896120"/>
            <a:ext cx="8505000" cy="221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User can create account with basic information.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  <a:ea typeface="Microsoft YaHei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Possible solutions: Mail, Phone Number or Social Media Accounts.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User can login and logout from the app.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User can make use of additional authentication mechanisms for increased security.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Possible solutions: Third-party Authenticators.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Time Required: Three Business Weeks.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080000" y="396000"/>
            <a:ext cx="37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Product Listings: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215000" y="1896120"/>
            <a:ext cx="8505000" cy="2295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Each product has its own dedicated page with a detailed view of the product description.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Users can freely post or view ratings and reviews of each product.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Users are made aware of the average rating of each product.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GB" sz="1800" spc="-1" strike="noStrike">
                <a:solidFill>
                  <a:srgbClr val="000000"/>
                </a:solidFill>
                <a:latin typeface="MS PGothic"/>
                <a:ea typeface="Microsoft YaHei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Users can filter and search the listings using various filters on variables like price, brand etc.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  <a:ea typeface="Microsoft YaHei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Time Required: Four Business Weeks.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080000" y="396000"/>
            <a:ext cx="37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Shopping Cart and Checkout: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215000" y="1896120"/>
            <a:ext cx="8505000" cy="168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Ability to add and remove products, prior to checkout.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Functionality to calculate final prices with tax charges and delivery charges (if any).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GB" sz="1800" spc="-1" strike="noStrike">
                <a:solidFill>
                  <a:srgbClr val="000000"/>
                </a:solidFill>
                <a:latin typeface="MS PGothic"/>
                <a:ea typeface="Microsoft YaHei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  <a:ea typeface="Microsoft YaHei"/>
              </a:rPr>
              <a:t>Acceptance of multiple modes of payments, such as Credit Cards, Debit Cards and other third-party wallets.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  <a:ea typeface="Microsoft YaHei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Time Required: Four Business Weeks.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1080000" y="396000"/>
            <a:ext cx="37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Order Tracking and History: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215000" y="1896120"/>
            <a:ext cx="8505000" cy="191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Ability to view prior orders and their respective invoices in user profile.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Functionality to provide real time tracking of delivery with the help of delivery partners and point-to-point scanning.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GB" sz="1800" spc="-1" strike="noStrike">
                <a:solidFill>
                  <a:srgbClr val="000000"/>
                </a:solidFill>
                <a:latin typeface="MS PGothic"/>
                <a:ea typeface="Microsoft YaHei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  <a:ea typeface="Microsoft YaHei"/>
              </a:rPr>
              <a:t>Functionality to push alerts and notifications via mail and also via app banners for order confirmation, tracking and delivery.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  <a:ea typeface="Microsoft YaHei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Time Required: Four Business Weeks.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080000" y="396000"/>
            <a:ext cx="37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Help Desk: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215000" y="1896120"/>
            <a:ext cx="8505000" cy="1458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Users can freely raise quieries for support team to answer.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A dedicated page for FAQs.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GB" sz="1800" spc="-1" strike="noStrike">
                <a:solidFill>
                  <a:srgbClr val="000000"/>
                </a:solidFill>
                <a:latin typeface="MS PGothic"/>
                <a:ea typeface="Microsoft YaHei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  <a:ea typeface="Microsoft YaHei"/>
              </a:rPr>
              <a:t>Users can raise return and other product related issues in this page.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  <a:ea typeface="Microsoft YaHei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Time Required: Three Business Weeks.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2115000" y="2293920"/>
            <a:ext cx="5985000" cy="75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Thank You!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- Nisanth Saravanan.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</TotalTime>
  <Application>LibreOffice/24.2.7.2$Windows_X86_64 LibreOffice_project/ee3885777aa7032db5a9b65deec9457448a91162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2025-03-06T14:11:15Z</dcterms:created>
  <dc:creator/>
  <dc:description/>
  <dc:language>en-GB</dc:language>
  <cp:lastModifiedBy/>
  <dcterms:modified xsi:type="dcterms:W3CDTF">2025-03-13T12:07:33Z</dcterms:modified>
  <cp:revision>67</cp:revision>
  <dc:subject/>
  <dc:title/>
</cp:coreProperties>
</file>